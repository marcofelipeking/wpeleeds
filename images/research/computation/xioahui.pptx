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hui Chen" userId="ea46e7ef-40cd-4d49-9379-1e049907eae6" providerId="ADAL" clId="{7B8C530E-9240-41C7-9C01-90255CA0675C}"/>
    <pc:docChg chg="modSld">
      <pc:chgData name="Xiaohui Chen" userId="ea46e7ef-40cd-4d49-9379-1e049907eae6" providerId="ADAL" clId="{7B8C530E-9240-41C7-9C01-90255CA0675C}" dt="2026-07-15T14:38:45.240" v="15" actId="20577"/>
      <pc:docMkLst>
        <pc:docMk/>
      </pc:docMkLst>
      <pc:sldChg chg="modSp mod">
        <pc:chgData name="Xiaohui Chen" userId="ea46e7ef-40cd-4d49-9379-1e049907eae6" providerId="ADAL" clId="{7B8C530E-9240-41C7-9C01-90255CA0675C}" dt="2026-07-15T14:38:45.240" v="15" actId="20577"/>
        <pc:sldMkLst>
          <pc:docMk/>
          <pc:sldMk cId="3698633454" sldId="256"/>
        </pc:sldMkLst>
        <pc:spChg chg="mod">
          <ac:chgData name="Xiaohui Chen" userId="ea46e7ef-40cd-4d49-9379-1e049907eae6" providerId="ADAL" clId="{7B8C530E-9240-41C7-9C01-90255CA0675C}" dt="2026-07-15T14:38:45.240" v="15" actId="20577"/>
          <ac:spMkLst>
            <pc:docMk/>
            <pc:sldMk cId="3698633454" sldId="256"/>
            <ac:spMk id="8" creationId="{A510FAA0-6028-D03D-284F-688E41992B64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cnjzh\Desktop\PAPER2\observe%20data%20and%20predicat%20value(10000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7346489803421475"/>
          <c:y val="5.0925925925925923E-2"/>
          <c:w val="0.7544025393744237"/>
          <c:h val="0.73577136191309522"/>
        </c:manualLayout>
      </c:layout>
      <c:scatterChart>
        <c:scatterStyle val="smoothMarker"/>
        <c:varyColors val="0"/>
        <c:ser>
          <c:idx val="0"/>
          <c:order val="0"/>
          <c:tx>
            <c:strRef>
              <c:f>'it 10000'!$B$1</c:f>
              <c:strCache>
                <c:ptCount val="1"/>
                <c:pt idx="0">
                  <c:v>ob_value</c:v>
                </c:pt>
              </c:strCache>
            </c:strRef>
          </c:tx>
          <c:spPr>
            <a:ln w="95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'it 10000'!$A$2:$A$1743</c:f>
              <c:numCache>
                <c:formatCode>m/d/yyyy</c:formatCode>
                <c:ptCount val="1742"/>
                <c:pt idx="1">
                  <c:v>42091</c:v>
                </c:pt>
                <c:pt idx="2">
                  <c:v>42092</c:v>
                </c:pt>
                <c:pt idx="3">
                  <c:v>42093</c:v>
                </c:pt>
                <c:pt idx="4">
                  <c:v>42094</c:v>
                </c:pt>
                <c:pt idx="5">
                  <c:v>42095</c:v>
                </c:pt>
                <c:pt idx="6">
                  <c:v>42096</c:v>
                </c:pt>
                <c:pt idx="7">
                  <c:v>42097</c:v>
                </c:pt>
                <c:pt idx="8">
                  <c:v>42098</c:v>
                </c:pt>
                <c:pt idx="9">
                  <c:v>42099</c:v>
                </c:pt>
                <c:pt idx="10">
                  <c:v>42100</c:v>
                </c:pt>
                <c:pt idx="11">
                  <c:v>42101</c:v>
                </c:pt>
                <c:pt idx="12">
                  <c:v>42102</c:v>
                </c:pt>
                <c:pt idx="13">
                  <c:v>42103</c:v>
                </c:pt>
                <c:pt idx="14">
                  <c:v>42104</c:v>
                </c:pt>
                <c:pt idx="15">
                  <c:v>42105</c:v>
                </c:pt>
                <c:pt idx="16">
                  <c:v>42106</c:v>
                </c:pt>
                <c:pt idx="17">
                  <c:v>42107</c:v>
                </c:pt>
                <c:pt idx="18">
                  <c:v>42108</c:v>
                </c:pt>
                <c:pt idx="19">
                  <c:v>42109</c:v>
                </c:pt>
                <c:pt idx="20">
                  <c:v>42110</c:v>
                </c:pt>
                <c:pt idx="21">
                  <c:v>42111</c:v>
                </c:pt>
                <c:pt idx="22">
                  <c:v>42112</c:v>
                </c:pt>
                <c:pt idx="23">
                  <c:v>42113</c:v>
                </c:pt>
                <c:pt idx="24">
                  <c:v>42114</c:v>
                </c:pt>
                <c:pt idx="25">
                  <c:v>42115</c:v>
                </c:pt>
                <c:pt idx="26">
                  <c:v>42116</c:v>
                </c:pt>
                <c:pt idx="27">
                  <c:v>42117</c:v>
                </c:pt>
                <c:pt idx="28">
                  <c:v>42118</c:v>
                </c:pt>
                <c:pt idx="29">
                  <c:v>42119</c:v>
                </c:pt>
                <c:pt idx="30">
                  <c:v>42120</c:v>
                </c:pt>
                <c:pt idx="31">
                  <c:v>42121</c:v>
                </c:pt>
                <c:pt idx="32">
                  <c:v>42122</c:v>
                </c:pt>
                <c:pt idx="33">
                  <c:v>42123</c:v>
                </c:pt>
                <c:pt idx="34">
                  <c:v>42124</c:v>
                </c:pt>
                <c:pt idx="35">
                  <c:v>42125</c:v>
                </c:pt>
                <c:pt idx="36">
                  <c:v>42126</c:v>
                </c:pt>
                <c:pt idx="37">
                  <c:v>42127</c:v>
                </c:pt>
                <c:pt idx="38">
                  <c:v>42128</c:v>
                </c:pt>
                <c:pt idx="39">
                  <c:v>42129</c:v>
                </c:pt>
                <c:pt idx="40">
                  <c:v>42130</c:v>
                </c:pt>
                <c:pt idx="41">
                  <c:v>42131</c:v>
                </c:pt>
                <c:pt idx="42">
                  <c:v>42132</c:v>
                </c:pt>
                <c:pt idx="43">
                  <c:v>42133</c:v>
                </c:pt>
                <c:pt idx="44">
                  <c:v>42134</c:v>
                </c:pt>
                <c:pt idx="45">
                  <c:v>42135</c:v>
                </c:pt>
                <c:pt idx="46">
                  <c:v>42136</c:v>
                </c:pt>
                <c:pt idx="47">
                  <c:v>42137</c:v>
                </c:pt>
                <c:pt idx="48">
                  <c:v>42138</c:v>
                </c:pt>
                <c:pt idx="49">
                  <c:v>42139</c:v>
                </c:pt>
                <c:pt idx="50">
                  <c:v>42140</c:v>
                </c:pt>
                <c:pt idx="51">
                  <c:v>42141</c:v>
                </c:pt>
                <c:pt idx="52">
                  <c:v>42142</c:v>
                </c:pt>
                <c:pt idx="53">
                  <c:v>42143</c:v>
                </c:pt>
                <c:pt idx="54">
                  <c:v>42144</c:v>
                </c:pt>
                <c:pt idx="55">
                  <c:v>42145</c:v>
                </c:pt>
                <c:pt idx="56">
                  <c:v>42146</c:v>
                </c:pt>
                <c:pt idx="57">
                  <c:v>42147</c:v>
                </c:pt>
                <c:pt idx="58">
                  <c:v>42148</c:v>
                </c:pt>
                <c:pt idx="59">
                  <c:v>42149</c:v>
                </c:pt>
                <c:pt idx="60">
                  <c:v>42150</c:v>
                </c:pt>
                <c:pt idx="61">
                  <c:v>42151</c:v>
                </c:pt>
                <c:pt idx="62">
                  <c:v>42152</c:v>
                </c:pt>
                <c:pt idx="63">
                  <c:v>42153</c:v>
                </c:pt>
                <c:pt idx="64">
                  <c:v>42154</c:v>
                </c:pt>
                <c:pt idx="65">
                  <c:v>42155</c:v>
                </c:pt>
                <c:pt idx="66">
                  <c:v>42156</c:v>
                </c:pt>
                <c:pt idx="67">
                  <c:v>42157</c:v>
                </c:pt>
                <c:pt idx="68">
                  <c:v>42158</c:v>
                </c:pt>
                <c:pt idx="69">
                  <c:v>42159</c:v>
                </c:pt>
                <c:pt idx="70">
                  <c:v>42160</c:v>
                </c:pt>
                <c:pt idx="71">
                  <c:v>42161</c:v>
                </c:pt>
                <c:pt idx="72">
                  <c:v>42162</c:v>
                </c:pt>
                <c:pt idx="73">
                  <c:v>42163</c:v>
                </c:pt>
                <c:pt idx="74">
                  <c:v>42164</c:v>
                </c:pt>
                <c:pt idx="75">
                  <c:v>42165</c:v>
                </c:pt>
                <c:pt idx="76">
                  <c:v>42166</c:v>
                </c:pt>
                <c:pt idx="77">
                  <c:v>42167</c:v>
                </c:pt>
                <c:pt idx="78">
                  <c:v>42168</c:v>
                </c:pt>
                <c:pt idx="79">
                  <c:v>42169</c:v>
                </c:pt>
                <c:pt idx="80">
                  <c:v>42170</c:v>
                </c:pt>
                <c:pt idx="81">
                  <c:v>42171</c:v>
                </c:pt>
                <c:pt idx="82">
                  <c:v>42172</c:v>
                </c:pt>
                <c:pt idx="83">
                  <c:v>42173</c:v>
                </c:pt>
                <c:pt idx="84">
                  <c:v>42174</c:v>
                </c:pt>
                <c:pt idx="85">
                  <c:v>42175</c:v>
                </c:pt>
                <c:pt idx="86">
                  <c:v>42176</c:v>
                </c:pt>
                <c:pt idx="87">
                  <c:v>42177</c:v>
                </c:pt>
                <c:pt idx="88">
                  <c:v>42178</c:v>
                </c:pt>
                <c:pt idx="89">
                  <c:v>42179</c:v>
                </c:pt>
                <c:pt idx="90">
                  <c:v>42180</c:v>
                </c:pt>
                <c:pt idx="91">
                  <c:v>42181</c:v>
                </c:pt>
                <c:pt idx="92">
                  <c:v>42182</c:v>
                </c:pt>
                <c:pt idx="93">
                  <c:v>42183</c:v>
                </c:pt>
                <c:pt idx="94">
                  <c:v>42184</c:v>
                </c:pt>
                <c:pt idx="95">
                  <c:v>42185</c:v>
                </c:pt>
                <c:pt idx="96">
                  <c:v>42186</c:v>
                </c:pt>
                <c:pt idx="97">
                  <c:v>42187</c:v>
                </c:pt>
                <c:pt idx="98">
                  <c:v>42188</c:v>
                </c:pt>
                <c:pt idx="99">
                  <c:v>42189</c:v>
                </c:pt>
                <c:pt idx="100">
                  <c:v>42190</c:v>
                </c:pt>
                <c:pt idx="101">
                  <c:v>42191</c:v>
                </c:pt>
                <c:pt idx="102">
                  <c:v>42192</c:v>
                </c:pt>
                <c:pt idx="103">
                  <c:v>42193</c:v>
                </c:pt>
                <c:pt idx="104">
                  <c:v>42194</c:v>
                </c:pt>
                <c:pt idx="105">
                  <c:v>42195</c:v>
                </c:pt>
                <c:pt idx="106">
                  <c:v>42196</c:v>
                </c:pt>
                <c:pt idx="107">
                  <c:v>42197</c:v>
                </c:pt>
                <c:pt idx="108">
                  <c:v>42198</c:v>
                </c:pt>
                <c:pt idx="109">
                  <c:v>42199</c:v>
                </c:pt>
                <c:pt idx="110">
                  <c:v>42200</c:v>
                </c:pt>
                <c:pt idx="111">
                  <c:v>42201</c:v>
                </c:pt>
                <c:pt idx="112">
                  <c:v>42202</c:v>
                </c:pt>
                <c:pt idx="113">
                  <c:v>42203</c:v>
                </c:pt>
                <c:pt idx="114">
                  <c:v>42204</c:v>
                </c:pt>
                <c:pt idx="115">
                  <c:v>42205</c:v>
                </c:pt>
                <c:pt idx="116">
                  <c:v>42206</c:v>
                </c:pt>
                <c:pt idx="117">
                  <c:v>42207</c:v>
                </c:pt>
                <c:pt idx="118">
                  <c:v>42208</c:v>
                </c:pt>
                <c:pt idx="119">
                  <c:v>42209</c:v>
                </c:pt>
                <c:pt idx="120">
                  <c:v>42210</c:v>
                </c:pt>
                <c:pt idx="121">
                  <c:v>42211</c:v>
                </c:pt>
                <c:pt idx="122">
                  <c:v>42212</c:v>
                </c:pt>
                <c:pt idx="123">
                  <c:v>42213</c:v>
                </c:pt>
                <c:pt idx="124">
                  <c:v>42214</c:v>
                </c:pt>
                <c:pt idx="125">
                  <c:v>42215</c:v>
                </c:pt>
                <c:pt idx="126">
                  <c:v>42216</c:v>
                </c:pt>
                <c:pt idx="127">
                  <c:v>42217</c:v>
                </c:pt>
                <c:pt idx="128">
                  <c:v>42218</c:v>
                </c:pt>
                <c:pt idx="129">
                  <c:v>42219</c:v>
                </c:pt>
                <c:pt idx="130">
                  <c:v>42220</c:v>
                </c:pt>
                <c:pt idx="131">
                  <c:v>42221</c:v>
                </c:pt>
                <c:pt idx="132">
                  <c:v>42222</c:v>
                </c:pt>
                <c:pt idx="133">
                  <c:v>42223</c:v>
                </c:pt>
                <c:pt idx="134">
                  <c:v>42224</c:v>
                </c:pt>
                <c:pt idx="135">
                  <c:v>42225</c:v>
                </c:pt>
                <c:pt idx="136">
                  <c:v>42226</c:v>
                </c:pt>
                <c:pt idx="137">
                  <c:v>42227</c:v>
                </c:pt>
                <c:pt idx="138">
                  <c:v>42228</c:v>
                </c:pt>
                <c:pt idx="139">
                  <c:v>42229</c:v>
                </c:pt>
                <c:pt idx="140">
                  <c:v>42230</c:v>
                </c:pt>
                <c:pt idx="141">
                  <c:v>42231</c:v>
                </c:pt>
                <c:pt idx="142">
                  <c:v>42232</c:v>
                </c:pt>
                <c:pt idx="143">
                  <c:v>42233</c:v>
                </c:pt>
                <c:pt idx="144">
                  <c:v>42234</c:v>
                </c:pt>
                <c:pt idx="145">
                  <c:v>42235</c:v>
                </c:pt>
                <c:pt idx="146">
                  <c:v>42236</c:v>
                </c:pt>
                <c:pt idx="147">
                  <c:v>42237</c:v>
                </c:pt>
                <c:pt idx="148">
                  <c:v>42238</c:v>
                </c:pt>
                <c:pt idx="149">
                  <c:v>42239</c:v>
                </c:pt>
                <c:pt idx="150">
                  <c:v>42240</c:v>
                </c:pt>
                <c:pt idx="151">
                  <c:v>42241</c:v>
                </c:pt>
                <c:pt idx="152">
                  <c:v>42242</c:v>
                </c:pt>
                <c:pt idx="153">
                  <c:v>42243</c:v>
                </c:pt>
                <c:pt idx="154">
                  <c:v>42244</c:v>
                </c:pt>
                <c:pt idx="155">
                  <c:v>42245</c:v>
                </c:pt>
                <c:pt idx="156">
                  <c:v>42246</c:v>
                </c:pt>
                <c:pt idx="157">
                  <c:v>42247</c:v>
                </c:pt>
                <c:pt idx="158">
                  <c:v>42248</c:v>
                </c:pt>
                <c:pt idx="159">
                  <c:v>42249</c:v>
                </c:pt>
                <c:pt idx="160">
                  <c:v>42250</c:v>
                </c:pt>
                <c:pt idx="161">
                  <c:v>42251</c:v>
                </c:pt>
                <c:pt idx="162">
                  <c:v>42252</c:v>
                </c:pt>
                <c:pt idx="163">
                  <c:v>42253</c:v>
                </c:pt>
                <c:pt idx="164">
                  <c:v>42254</c:v>
                </c:pt>
                <c:pt idx="165">
                  <c:v>42255</c:v>
                </c:pt>
                <c:pt idx="166">
                  <c:v>42256</c:v>
                </c:pt>
                <c:pt idx="167">
                  <c:v>42257</c:v>
                </c:pt>
                <c:pt idx="168">
                  <c:v>42258</c:v>
                </c:pt>
                <c:pt idx="169">
                  <c:v>42259</c:v>
                </c:pt>
                <c:pt idx="170">
                  <c:v>42260</c:v>
                </c:pt>
                <c:pt idx="171">
                  <c:v>42261</c:v>
                </c:pt>
                <c:pt idx="172">
                  <c:v>42262</c:v>
                </c:pt>
                <c:pt idx="173">
                  <c:v>42263</c:v>
                </c:pt>
                <c:pt idx="174">
                  <c:v>42264</c:v>
                </c:pt>
                <c:pt idx="175">
                  <c:v>42265</c:v>
                </c:pt>
                <c:pt idx="176">
                  <c:v>42266</c:v>
                </c:pt>
                <c:pt idx="177">
                  <c:v>42267</c:v>
                </c:pt>
                <c:pt idx="178">
                  <c:v>42268</c:v>
                </c:pt>
                <c:pt idx="179">
                  <c:v>42269</c:v>
                </c:pt>
                <c:pt idx="180">
                  <c:v>42270</c:v>
                </c:pt>
                <c:pt idx="181">
                  <c:v>42271</c:v>
                </c:pt>
                <c:pt idx="182">
                  <c:v>42272</c:v>
                </c:pt>
                <c:pt idx="183">
                  <c:v>42273</c:v>
                </c:pt>
                <c:pt idx="184">
                  <c:v>42274</c:v>
                </c:pt>
                <c:pt idx="185">
                  <c:v>42275</c:v>
                </c:pt>
                <c:pt idx="186">
                  <c:v>42276</c:v>
                </c:pt>
                <c:pt idx="187">
                  <c:v>42277</c:v>
                </c:pt>
                <c:pt idx="188">
                  <c:v>42278</c:v>
                </c:pt>
                <c:pt idx="189">
                  <c:v>42279</c:v>
                </c:pt>
                <c:pt idx="190">
                  <c:v>42280</c:v>
                </c:pt>
                <c:pt idx="191">
                  <c:v>42281</c:v>
                </c:pt>
                <c:pt idx="192">
                  <c:v>42282</c:v>
                </c:pt>
                <c:pt idx="193">
                  <c:v>42283</c:v>
                </c:pt>
                <c:pt idx="194">
                  <c:v>42284</c:v>
                </c:pt>
                <c:pt idx="195">
                  <c:v>42285</c:v>
                </c:pt>
                <c:pt idx="196">
                  <c:v>42286</c:v>
                </c:pt>
                <c:pt idx="197">
                  <c:v>42287</c:v>
                </c:pt>
                <c:pt idx="198">
                  <c:v>42288</c:v>
                </c:pt>
                <c:pt idx="199">
                  <c:v>42289</c:v>
                </c:pt>
                <c:pt idx="200">
                  <c:v>42290</c:v>
                </c:pt>
                <c:pt idx="201">
                  <c:v>42291</c:v>
                </c:pt>
                <c:pt idx="202">
                  <c:v>42292</c:v>
                </c:pt>
                <c:pt idx="203">
                  <c:v>42293</c:v>
                </c:pt>
                <c:pt idx="204">
                  <c:v>42294</c:v>
                </c:pt>
                <c:pt idx="205">
                  <c:v>42295</c:v>
                </c:pt>
                <c:pt idx="206">
                  <c:v>42296</c:v>
                </c:pt>
                <c:pt idx="207">
                  <c:v>42297</c:v>
                </c:pt>
                <c:pt idx="208">
                  <c:v>42298</c:v>
                </c:pt>
                <c:pt idx="209">
                  <c:v>42299</c:v>
                </c:pt>
                <c:pt idx="210">
                  <c:v>42300</c:v>
                </c:pt>
                <c:pt idx="211">
                  <c:v>42301</c:v>
                </c:pt>
                <c:pt idx="212">
                  <c:v>42302</c:v>
                </c:pt>
                <c:pt idx="213">
                  <c:v>42303</c:v>
                </c:pt>
                <c:pt idx="214">
                  <c:v>42304</c:v>
                </c:pt>
                <c:pt idx="215">
                  <c:v>42305</c:v>
                </c:pt>
                <c:pt idx="216">
                  <c:v>42306</c:v>
                </c:pt>
                <c:pt idx="217">
                  <c:v>42307</c:v>
                </c:pt>
                <c:pt idx="218">
                  <c:v>42308</c:v>
                </c:pt>
                <c:pt idx="219">
                  <c:v>42309</c:v>
                </c:pt>
                <c:pt idx="220">
                  <c:v>42310</c:v>
                </c:pt>
                <c:pt idx="221">
                  <c:v>42311</c:v>
                </c:pt>
                <c:pt idx="222">
                  <c:v>42312</c:v>
                </c:pt>
                <c:pt idx="223">
                  <c:v>42313</c:v>
                </c:pt>
                <c:pt idx="224">
                  <c:v>42314</c:v>
                </c:pt>
                <c:pt idx="225">
                  <c:v>42315</c:v>
                </c:pt>
                <c:pt idx="226">
                  <c:v>42316</c:v>
                </c:pt>
                <c:pt idx="227">
                  <c:v>42317</c:v>
                </c:pt>
                <c:pt idx="228">
                  <c:v>42318</c:v>
                </c:pt>
                <c:pt idx="229">
                  <c:v>42319</c:v>
                </c:pt>
                <c:pt idx="230">
                  <c:v>42320</c:v>
                </c:pt>
                <c:pt idx="231">
                  <c:v>42321</c:v>
                </c:pt>
                <c:pt idx="232">
                  <c:v>42322</c:v>
                </c:pt>
                <c:pt idx="233">
                  <c:v>42323</c:v>
                </c:pt>
                <c:pt idx="234">
                  <c:v>42324</c:v>
                </c:pt>
                <c:pt idx="235">
                  <c:v>42325</c:v>
                </c:pt>
                <c:pt idx="236">
                  <c:v>42326</c:v>
                </c:pt>
                <c:pt idx="237">
                  <c:v>42327</c:v>
                </c:pt>
                <c:pt idx="238">
                  <c:v>42328</c:v>
                </c:pt>
                <c:pt idx="239">
                  <c:v>42329</c:v>
                </c:pt>
                <c:pt idx="240">
                  <c:v>42330</c:v>
                </c:pt>
                <c:pt idx="241">
                  <c:v>42331</c:v>
                </c:pt>
                <c:pt idx="242">
                  <c:v>42332</c:v>
                </c:pt>
                <c:pt idx="243">
                  <c:v>42333</c:v>
                </c:pt>
                <c:pt idx="244">
                  <c:v>42334</c:v>
                </c:pt>
                <c:pt idx="245">
                  <c:v>42335</c:v>
                </c:pt>
                <c:pt idx="246">
                  <c:v>42336</c:v>
                </c:pt>
                <c:pt idx="247">
                  <c:v>42337</c:v>
                </c:pt>
                <c:pt idx="248">
                  <c:v>42338</c:v>
                </c:pt>
                <c:pt idx="249">
                  <c:v>42339</c:v>
                </c:pt>
                <c:pt idx="250">
                  <c:v>42340</c:v>
                </c:pt>
                <c:pt idx="251">
                  <c:v>42341</c:v>
                </c:pt>
                <c:pt idx="252">
                  <c:v>42342</c:v>
                </c:pt>
                <c:pt idx="253">
                  <c:v>42343</c:v>
                </c:pt>
                <c:pt idx="254">
                  <c:v>42344</c:v>
                </c:pt>
                <c:pt idx="255">
                  <c:v>42345</c:v>
                </c:pt>
                <c:pt idx="256">
                  <c:v>42346</c:v>
                </c:pt>
                <c:pt idx="257">
                  <c:v>42347</c:v>
                </c:pt>
                <c:pt idx="258">
                  <c:v>42348</c:v>
                </c:pt>
                <c:pt idx="259">
                  <c:v>42349</c:v>
                </c:pt>
                <c:pt idx="260">
                  <c:v>42350</c:v>
                </c:pt>
                <c:pt idx="261">
                  <c:v>42351</c:v>
                </c:pt>
                <c:pt idx="262">
                  <c:v>42352</c:v>
                </c:pt>
                <c:pt idx="263">
                  <c:v>42353</c:v>
                </c:pt>
                <c:pt idx="264">
                  <c:v>42354</c:v>
                </c:pt>
                <c:pt idx="265">
                  <c:v>42355</c:v>
                </c:pt>
                <c:pt idx="266">
                  <c:v>42356</c:v>
                </c:pt>
                <c:pt idx="267">
                  <c:v>42357</c:v>
                </c:pt>
                <c:pt idx="268">
                  <c:v>42358</c:v>
                </c:pt>
                <c:pt idx="269">
                  <c:v>42359</c:v>
                </c:pt>
                <c:pt idx="270">
                  <c:v>42360</c:v>
                </c:pt>
                <c:pt idx="271">
                  <c:v>42361</c:v>
                </c:pt>
                <c:pt idx="272">
                  <c:v>42362</c:v>
                </c:pt>
                <c:pt idx="273">
                  <c:v>42363</c:v>
                </c:pt>
                <c:pt idx="274">
                  <c:v>42364</c:v>
                </c:pt>
                <c:pt idx="275">
                  <c:v>42365</c:v>
                </c:pt>
                <c:pt idx="276">
                  <c:v>42366</c:v>
                </c:pt>
                <c:pt idx="277">
                  <c:v>42367</c:v>
                </c:pt>
                <c:pt idx="278">
                  <c:v>42368</c:v>
                </c:pt>
                <c:pt idx="279">
                  <c:v>42369</c:v>
                </c:pt>
                <c:pt idx="280">
                  <c:v>42370</c:v>
                </c:pt>
                <c:pt idx="281">
                  <c:v>42371</c:v>
                </c:pt>
                <c:pt idx="282">
                  <c:v>42372</c:v>
                </c:pt>
                <c:pt idx="283">
                  <c:v>42373</c:v>
                </c:pt>
                <c:pt idx="284">
                  <c:v>42374</c:v>
                </c:pt>
                <c:pt idx="285">
                  <c:v>42375</c:v>
                </c:pt>
                <c:pt idx="286">
                  <c:v>42376</c:v>
                </c:pt>
                <c:pt idx="287">
                  <c:v>42377</c:v>
                </c:pt>
                <c:pt idx="288">
                  <c:v>42378</c:v>
                </c:pt>
                <c:pt idx="289">
                  <c:v>42379</c:v>
                </c:pt>
                <c:pt idx="290">
                  <c:v>42380</c:v>
                </c:pt>
                <c:pt idx="291">
                  <c:v>42381</c:v>
                </c:pt>
                <c:pt idx="292">
                  <c:v>42382</c:v>
                </c:pt>
                <c:pt idx="293">
                  <c:v>42383</c:v>
                </c:pt>
                <c:pt idx="294">
                  <c:v>42384</c:v>
                </c:pt>
                <c:pt idx="295">
                  <c:v>42385</c:v>
                </c:pt>
                <c:pt idx="296">
                  <c:v>42386</c:v>
                </c:pt>
                <c:pt idx="297">
                  <c:v>42387</c:v>
                </c:pt>
                <c:pt idx="298">
                  <c:v>42388</c:v>
                </c:pt>
                <c:pt idx="299">
                  <c:v>42389</c:v>
                </c:pt>
                <c:pt idx="300">
                  <c:v>42390</c:v>
                </c:pt>
                <c:pt idx="301">
                  <c:v>42391</c:v>
                </c:pt>
                <c:pt idx="302">
                  <c:v>42392</c:v>
                </c:pt>
                <c:pt idx="303">
                  <c:v>42393</c:v>
                </c:pt>
                <c:pt idx="304">
                  <c:v>42394</c:v>
                </c:pt>
                <c:pt idx="305">
                  <c:v>42395</c:v>
                </c:pt>
                <c:pt idx="306">
                  <c:v>42396</c:v>
                </c:pt>
                <c:pt idx="307">
                  <c:v>42397</c:v>
                </c:pt>
                <c:pt idx="308">
                  <c:v>42398</c:v>
                </c:pt>
                <c:pt idx="309">
                  <c:v>42399</c:v>
                </c:pt>
                <c:pt idx="310">
                  <c:v>42400</c:v>
                </c:pt>
                <c:pt idx="311">
                  <c:v>42401</c:v>
                </c:pt>
                <c:pt idx="312">
                  <c:v>42402</c:v>
                </c:pt>
                <c:pt idx="313">
                  <c:v>42403</c:v>
                </c:pt>
                <c:pt idx="314">
                  <c:v>42404</c:v>
                </c:pt>
                <c:pt idx="315">
                  <c:v>42405</c:v>
                </c:pt>
                <c:pt idx="316">
                  <c:v>42406</c:v>
                </c:pt>
                <c:pt idx="317">
                  <c:v>42407</c:v>
                </c:pt>
                <c:pt idx="318">
                  <c:v>42408</c:v>
                </c:pt>
                <c:pt idx="319">
                  <c:v>42409</c:v>
                </c:pt>
                <c:pt idx="320">
                  <c:v>42410</c:v>
                </c:pt>
                <c:pt idx="321">
                  <c:v>42411</c:v>
                </c:pt>
                <c:pt idx="322">
                  <c:v>42412</c:v>
                </c:pt>
                <c:pt idx="323">
                  <c:v>42413</c:v>
                </c:pt>
                <c:pt idx="324">
                  <c:v>42414</c:v>
                </c:pt>
                <c:pt idx="325">
                  <c:v>42415</c:v>
                </c:pt>
                <c:pt idx="326">
                  <c:v>42416</c:v>
                </c:pt>
                <c:pt idx="327">
                  <c:v>42417</c:v>
                </c:pt>
                <c:pt idx="328">
                  <c:v>42418</c:v>
                </c:pt>
                <c:pt idx="329">
                  <c:v>42419</c:v>
                </c:pt>
                <c:pt idx="330">
                  <c:v>42420</c:v>
                </c:pt>
                <c:pt idx="331">
                  <c:v>42421</c:v>
                </c:pt>
                <c:pt idx="332">
                  <c:v>42422</c:v>
                </c:pt>
                <c:pt idx="333">
                  <c:v>42423</c:v>
                </c:pt>
                <c:pt idx="334">
                  <c:v>42424</c:v>
                </c:pt>
                <c:pt idx="335">
                  <c:v>42425</c:v>
                </c:pt>
                <c:pt idx="336">
                  <c:v>42426</c:v>
                </c:pt>
                <c:pt idx="337">
                  <c:v>42427</c:v>
                </c:pt>
                <c:pt idx="338">
                  <c:v>42428</c:v>
                </c:pt>
                <c:pt idx="339">
                  <c:v>42429</c:v>
                </c:pt>
                <c:pt idx="340">
                  <c:v>42430</c:v>
                </c:pt>
                <c:pt idx="341">
                  <c:v>42431</c:v>
                </c:pt>
                <c:pt idx="342">
                  <c:v>42432</c:v>
                </c:pt>
                <c:pt idx="343">
                  <c:v>42433</c:v>
                </c:pt>
                <c:pt idx="344">
                  <c:v>42434</c:v>
                </c:pt>
                <c:pt idx="345">
                  <c:v>42435</c:v>
                </c:pt>
                <c:pt idx="346">
                  <c:v>42436</c:v>
                </c:pt>
                <c:pt idx="347">
                  <c:v>42437</c:v>
                </c:pt>
                <c:pt idx="348">
                  <c:v>42438</c:v>
                </c:pt>
                <c:pt idx="349">
                  <c:v>42439</c:v>
                </c:pt>
                <c:pt idx="350">
                  <c:v>42440</c:v>
                </c:pt>
                <c:pt idx="351">
                  <c:v>42441</c:v>
                </c:pt>
                <c:pt idx="352">
                  <c:v>42442</c:v>
                </c:pt>
                <c:pt idx="353">
                  <c:v>42443</c:v>
                </c:pt>
                <c:pt idx="354">
                  <c:v>42444</c:v>
                </c:pt>
                <c:pt idx="355">
                  <c:v>42445</c:v>
                </c:pt>
                <c:pt idx="356">
                  <c:v>42446</c:v>
                </c:pt>
                <c:pt idx="357">
                  <c:v>42447</c:v>
                </c:pt>
                <c:pt idx="358">
                  <c:v>42448</c:v>
                </c:pt>
                <c:pt idx="359">
                  <c:v>42449</c:v>
                </c:pt>
                <c:pt idx="360">
                  <c:v>42450</c:v>
                </c:pt>
                <c:pt idx="361">
                  <c:v>42451</c:v>
                </c:pt>
                <c:pt idx="362">
                  <c:v>42452</c:v>
                </c:pt>
                <c:pt idx="363">
                  <c:v>42453</c:v>
                </c:pt>
                <c:pt idx="364">
                  <c:v>42454</c:v>
                </c:pt>
                <c:pt idx="365">
                  <c:v>42455</c:v>
                </c:pt>
                <c:pt idx="366">
                  <c:v>42456</c:v>
                </c:pt>
                <c:pt idx="367">
                  <c:v>42457</c:v>
                </c:pt>
                <c:pt idx="368">
                  <c:v>42458</c:v>
                </c:pt>
                <c:pt idx="369">
                  <c:v>42459</c:v>
                </c:pt>
                <c:pt idx="370">
                  <c:v>42460</c:v>
                </c:pt>
                <c:pt idx="371">
                  <c:v>42461</c:v>
                </c:pt>
                <c:pt idx="372">
                  <c:v>42462</c:v>
                </c:pt>
                <c:pt idx="373">
                  <c:v>42463</c:v>
                </c:pt>
                <c:pt idx="374">
                  <c:v>42464</c:v>
                </c:pt>
                <c:pt idx="375">
                  <c:v>42465</c:v>
                </c:pt>
                <c:pt idx="376">
                  <c:v>42466</c:v>
                </c:pt>
                <c:pt idx="377">
                  <c:v>42467</c:v>
                </c:pt>
                <c:pt idx="378">
                  <c:v>42468</c:v>
                </c:pt>
                <c:pt idx="379">
                  <c:v>42469</c:v>
                </c:pt>
                <c:pt idx="380">
                  <c:v>42470</c:v>
                </c:pt>
                <c:pt idx="381">
                  <c:v>42471</c:v>
                </c:pt>
                <c:pt idx="382">
                  <c:v>42472</c:v>
                </c:pt>
                <c:pt idx="383">
                  <c:v>42473</c:v>
                </c:pt>
                <c:pt idx="384">
                  <c:v>42474</c:v>
                </c:pt>
                <c:pt idx="385">
                  <c:v>42475</c:v>
                </c:pt>
                <c:pt idx="386">
                  <c:v>42476</c:v>
                </c:pt>
                <c:pt idx="387">
                  <c:v>42477</c:v>
                </c:pt>
                <c:pt idx="388">
                  <c:v>42478</c:v>
                </c:pt>
                <c:pt idx="389">
                  <c:v>42479</c:v>
                </c:pt>
                <c:pt idx="390">
                  <c:v>42480</c:v>
                </c:pt>
                <c:pt idx="391">
                  <c:v>42481</c:v>
                </c:pt>
                <c:pt idx="392">
                  <c:v>42482</c:v>
                </c:pt>
                <c:pt idx="393">
                  <c:v>42483</c:v>
                </c:pt>
                <c:pt idx="394">
                  <c:v>42484</c:v>
                </c:pt>
                <c:pt idx="395">
                  <c:v>42485</c:v>
                </c:pt>
                <c:pt idx="396">
                  <c:v>42486</c:v>
                </c:pt>
                <c:pt idx="397">
                  <c:v>42487</c:v>
                </c:pt>
                <c:pt idx="398">
                  <c:v>42488</c:v>
                </c:pt>
                <c:pt idx="399">
                  <c:v>42489</c:v>
                </c:pt>
                <c:pt idx="400">
                  <c:v>42490</c:v>
                </c:pt>
                <c:pt idx="401">
                  <c:v>42491</c:v>
                </c:pt>
                <c:pt idx="402">
                  <c:v>42492</c:v>
                </c:pt>
                <c:pt idx="403">
                  <c:v>42493</c:v>
                </c:pt>
                <c:pt idx="404">
                  <c:v>42494</c:v>
                </c:pt>
                <c:pt idx="405">
                  <c:v>42495</c:v>
                </c:pt>
                <c:pt idx="406">
                  <c:v>42496</c:v>
                </c:pt>
                <c:pt idx="407">
                  <c:v>42497</c:v>
                </c:pt>
                <c:pt idx="408">
                  <c:v>42498</c:v>
                </c:pt>
                <c:pt idx="409">
                  <c:v>42499</c:v>
                </c:pt>
                <c:pt idx="410">
                  <c:v>42500</c:v>
                </c:pt>
                <c:pt idx="411">
                  <c:v>42501</c:v>
                </c:pt>
                <c:pt idx="412">
                  <c:v>42502</c:v>
                </c:pt>
                <c:pt idx="413">
                  <c:v>42503</c:v>
                </c:pt>
                <c:pt idx="414">
                  <c:v>42504</c:v>
                </c:pt>
                <c:pt idx="415">
                  <c:v>42505</c:v>
                </c:pt>
                <c:pt idx="416">
                  <c:v>42506</c:v>
                </c:pt>
                <c:pt idx="417">
                  <c:v>42507</c:v>
                </c:pt>
                <c:pt idx="418">
                  <c:v>42508</c:v>
                </c:pt>
                <c:pt idx="419">
                  <c:v>42509</c:v>
                </c:pt>
                <c:pt idx="420">
                  <c:v>42510</c:v>
                </c:pt>
                <c:pt idx="421">
                  <c:v>42511</c:v>
                </c:pt>
                <c:pt idx="422">
                  <c:v>42512</c:v>
                </c:pt>
                <c:pt idx="423">
                  <c:v>42513</c:v>
                </c:pt>
                <c:pt idx="424">
                  <c:v>42514</c:v>
                </c:pt>
                <c:pt idx="425">
                  <c:v>42515</c:v>
                </c:pt>
                <c:pt idx="426">
                  <c:v>42516</c:v>
                </c:pt>
                <c:pt idx="427">
                  <c:v>42517</c:v>
                </c:pt>
                <c:pt idx="428">
                  <c:v>42518</c:v>
                </c:pt>
                <c:pt idx="429">
                  <c:v>42519</c:v>
                </c:pt>
                <c:pt idx="430">
                  <c:v>42520</c:v>
                </c:pt>
                <c:pt idx="431">
                  <c:v>42521</c:v>
                </c:pt>
                <c:pt idx="432">
                  <c:v>42522</c:v>
                </c:pt>
                <c:pt idx="433">
                  <c:v>42523</c:v>
                </c:pt>
                <c:pt idx="434">
                  <c:v>42524</c:v>
                </c:pt>
                <c:pt idx="435">
                  <c:v>42525</c:v>
                </c:pt>
                <c:pt idx="436">
                  <c:v>42526</c:v>
                </c:pt>
                <c:pt idx="437">
                  <c:v>42527</c:v>
                </c:pt>
                <c:pt idx="438">
                  <c:v>42528</c:v>
                </c:pt>
                <c:pt idx="439">
                  <c:v>42529</c:v>
                </c:pt>
                <c:pt idx="440">
                  <c:v>42530</c:v>
                </c:pt>
                <c:pt idx="441">
                  <c:v>42531</c:v>
                </c:pt>
                <c:pt idx="442">
                  <c:v>42532</c:v>
                </c:pt>
                <c:pt idx="443">
                  <c:v>42533</c:v>
                </c:pt>
                <c:pt idx="444">
                  <c:v>42534</c:v>
                </c:pt>
                <c:pt idx="445">
                  <c:v>42535</c:v>
                </c:pt>
                <c:pt idx="446">
                  <c:v>42536</c:v>
                </c:pt>
                <c:pt idx="447">
                  <c:v>42537</c:v>
                </c:pt>
                <c:pt idx="448">
                  <c:v>42538</c:v>
                </c:pt>
                <c:pt idx="449">
                  <c:v>42539</c:v>
                </c:pt>
                <c:pt idx="450">
                  <c:v>42540</c:v>
                </c:pt>
                <c:pt idx="451">
                  <c:v>42541</c:v>
                </c:pt>
                <c:pt idx="452">
                  <c:v>42542</c:v>
                </c:pt>
                <c:pt idx="453">
                  <c:v>42543</c:v>
                </c:pt>
                <c:pt idx="454">
                  <c:v>42544</c:v>
                </c:pt>
                <c:pt idx="455">
                  <c:v>42545</c:v>
                </c:pt>
                <c:pt idx="456">
                  <c:v>42546</c:v>
                </c:pt>
                <c:pt idx="457">
                  <c:v>42547</c:v>
                </c:pt>
                <c:pt idx="458">
                  <c:v>42548</c:v>
                </c:pt>
                <c:pt idx="459">
                  <c:v>42549</c:v>
                </c:pt>
                <c:pt idx="460">
                  <c:v>42550</c:v>
                </c:pt>
                <c:pt idx="461">
                  <c:v>42551</c:v>
                </c:pt>
                <c:pt idx="462">
                  <c:v>42552</c:v>
                </c:pt>
                <c:pt idx="463">
                  <c:v>42553</c:v>
                </c:pt>
                <c:pt idx="464">
                  <c:v>42554</c:v>
                </c:pt>
                <c:pt idx="465">
                  <c:v>42555</c:v>
                </c:pt>
                <c:pt idx="466">
                  <c:v>42556</c:v>
                </c:pt>
                <c:pt idx="467">
                  <c:v>42557</c:v>
                </c:pt>
                <c:pt idx="468">
                  <c:v>42558</c:v>
                </c:pt>
                <c:pt idx="469">
                  <c:v>42559</c:v>
                </c:pt>
                <c:pt idx="470">
                  <c:v>42560</c:v>
                </c:pt>
                <c:pt idx="471">
                  <c:v>42561</c:v>
                </c:pt>
                <c:pt idx="472">
                  <c:v>42562</c:v>
                </c:pt>
                <c:pt idx="473">
                  <c:v>42563</c:v>
                </c:pt>
                <c:pt idx="474">
                  <c:v>42564</c:v>
                </c:pt>
                <c:pt idx="475">
                  <c:v>42565</c:v>
                </c:pt>
                <c:pt idx="476">
                  <c:v>42566</c:v>
                </c:pt>
                <c:pt idx="477">
                  <c:v>42567</c:v>
                </c:pt>
                <c:pt idx="478">
                  <c:v>42568</c:v>
                </c:pt>
                <c:pt idx="479">
                  <c:v>42569</c:v>
                </c:pt>
                <c:pt idx="480">
                  <c:v>42570</c:v>
                </c:pt>
                <c:pt idx="481">
                  <c:v>42571</c:v>
                </c:pt>
                <c:pt idx="482">
                  <c:v>42572</c:v>
                </c:pt>
                <c:pt idx="483">
                  <c:v>42573</c:v>
                </c:pt>
                <c:pt idx="484">
                  <c:v>42574</c:v>
                </c:pt>
                <c:pt idx="485">
                  <c:v>42575</c:v>
                </c:pt>
                <c:pt idx="486">
                  <c:v>42576</c:v>
                </c:pt>
                <c:pt idx="487">
                  <c:v>42577</c:v>
                </c:pt>
                <c:pt idx="488">
                  <c:v>42578</c:v>
                </c:pt>
                <c:pt idx="489">
                  <c:v>42579</c:v>
                </c:pt>
                <c:pt idx="490">
                  <c:v>42580</c:v>
                </c:pt>
                <c:pt idx="491">
                  <c:v>42581</c:v>
                </c:pt>
                <c:pt idx="492">
                  <c:v>42582</c:v>
                </c:pt>
                <c:pt idx="493">
                  <c:v>42583</c:v>
                </c:pt>
                <c:pt idx="494">
                  <c:v>42584</c:v>
                </c:pt>
                <c:pt idx="495">
                  <c:v>42585</c:v>
                </c:pt>
                <c:pt idx="496">
                  <c:v>42586</c:v>
                </c:pt>
                <c:pt idx="497">
                  <c:v>42587</c:v>
                </c:pt>
                <c:pt idx="498">
                  <c:v>42588</c:v>
                </c:pt>
                <c:pt idx="499">
                  <c:v>42589</c:v>
                </c:pt>
                <c:pt idx="500">
                  <c:v>42590</c:v>
                </c:pt>
                <c:pt idx="501">
                  <c:v>42591</c:v>
                </c:pt>
                <c:pt idx="502">
                  <c:v>42592</c:v>
                </c:pt>
                <c:pt idx="503">
                  <c:v>42593</c:v>
                </c:pt>
                <c:pt idx="504">
                  <c:v>42594</c:v>
                </c:pt>
                <c:pt idx="505">
                  <c:v>42595</c:v>
                </c:pt>
                <c:pt idx="506">
                  <c:v>42596</c:v>
                </c:pt>
                <c:pt idx="507">
                  <c:v>42597</c:v>
                </c:pt>
                <c:pt idx="508">
                  <c:v>42598</c:v>
                </c:pt>
                <c:pt idx="509">
                  <c:v>42599</c:v>
                </c:pt>
                <c:pt idx="510">
                  <c:v>42600</c:v>
                </c:pt>
                <c:pt idx="511">
                  <c:v>42601</c:v>
                </c:pt>
                <c:pt idx="512">
                  <c:v>42602</c:v>
                </c:pt>
                <c:pt idx="513">
                  <c:v>42603</c:v>
                </c:pt>
                <c:pt idx="514">
                  <c:v>42604</c:v>
                </c:pt>
                <c:pt idx="515">
                  <c:v>42605</c:v>
                </c:pt>
                <c:pt idx="516">
                  <c:v>42606</c:v>
                </c:pt>
                <c:pt idx="517">
                  <c:v>42607</c:v>
                </c:pt>
                <c:pt idx="518">
                  <c:v>42608</c:v>
                </c:pt>
                <c:pt idx="519">
                  <c:v>42609</c:v>
                </c:pt>
                <c:pt idx="520">
                  <c:v>42610</c:v>
                </c:pt>
                <c:pt idx="521">
                  <c:v>42611</c:v>
                </c:pt>
                <c:pt idx="522">
                  <c:v>42612</c:v>
                </c:pt>
                <c:pt idx="523">
                  <c:v>42613</c:v>
                </c:pt>
                <c:pt idx="524">
                  <c:v>42614</c:v>
                </c:pt>
                <c:pt idx="525">
                  <c:v>42615</c:v>
                </c:pt>
                <c:pt idx="526">
                  <c:v>42616</c:v>
                </c:pt>
                <c:pt idx="527">
                  <c:v>42617</c:v>
                </c:pt>
                <c:pt idx="528">
                  <c:v>42618</c:v>
                </c:pt>
                <c:pt idx="529">
                  <c:v>42619</c:v>
                </c:pt>
                <c:pt idx="530">
                  <c:v>42620</c:v>
                </c:pt>
                <c:pt idx="531">
                  <c:v>42621</c:v>
                </c:pt>
                <c:pt idx="532">
                  <c:v>42622</c:v>
                </c:pt>
                <c:pt idx="533">
                  <c:v>42623</c:v>
                </c:pt>
                <c:pt idx="534">
                  <c:v>42624</c:v>
                </c:pt>
                <c:pt idx="535">
                  <c:v>42625</c:v>
                </c:pt>
                <c:pt idx="536">
                  <c:v>42626</c:v>
                </c:pt>
                <c:pt idx="537">
                  <c:v>42627</c:v>
                </c:pt>
                <c:pt idx="538">
                  <c:v>42628</c:v>
                </c:pt>
                <c:pt idx="539">
                  <c:v>42629</c:v>
                </c:pt>
                <c:pt idx="540">
                  <c:v>42630</c:v>
                </c:pt>
                <c:pt idx="541">
                  <c:v>42631</c:v>
                </c:pt>
                <c:pt idx="542">
                  <c:v>42632</c:v>
                </c:pt>
                <c:pt idx="543">
                  <c:v>42633</c:v>
                </c:pt>
                <c:pt idx="544">
                  <c:v>42634</c:v>
                </c:pt>
                <c:pt idx="545">
                  <c:v>42635</c:v>
                </c:pt>
                <c:pt idx="546">
                  <c:v>42636</c:v>
                </c:pt>
                <c:pt idx="547">
                  <c:v>42637</c:v>
                </c:pt>
                <c:pt idx="548">
                  <c:v>42638</c:v>
                </c:pt>
                <c:pt idx="549">
                  <c:v>42639</c:v>
                </c:pt>
                <c:pt idx="550">
                  <c:v>42640</c:v>
                </c:pt>
                <c:pt idx="551">
                  <c:v>42641</c:v>
                </c:pt>
                <c:pt idx="552">
                  <c:v>42642</c:v>
                </c:pt>
                <c:pt idx="553">
                  <c:v>42643</c:v>
                </c:pt>
                <c:pt idx="554">
                  <c:v>42644</c:v>
                </c:pt>
                <c:pt idx="555">
                  <c:v>42645</c:v>
                </c:pt>
                <c:pt idx="556">
                  <c:v>42646</c:v>
                </c:pt>
                <c:pt idx="557">
                  <c:v>42647</c:v>
                </c:pt>
                <c:pt idx="558">
                  <c:v>42648</c:v>
                </c:pt>
                <c:pt idx="559">
                  <c:v>42649</c:v>
                </c:pt>
                <c:pt idx="560">
                  <c:v>42650</c:v>
                </c:pt>
                <c:pt idx="561">
                  <c:v>42651</c:v>
                </c:pt>
                <c:pt idx="562">
                  <c:v>42652</c:v>
                </c:pt>
                <c:pt idx="563">
                  <c:v>42653</c:v>
                </c:pt>
                <c:pt idx="564">
                  <c:v>42654</c:v>
                </c:pt>
                <c:pt idx="565">
                  <c:v>42655</c:v>
                </c:pt>
                <c:pt idx="566">
                  <c:v>42656</c:v>
                </c:pt>
                <c:pt idx="567">
                  <c:v>42657</c:v>
                </c:pt>
                <c:pt idx="568">
                  <c:v>42658</c:v>
                </c:pt>
                <c:pt idx="569">
                  <c:v>42659</c:v>
                </c:pt>
                <c:pt idx="570">
                  <c:v>42660</c:v>
                </c:pt>
                <c:pt idx="571">
                  <c:v>42661</c:v>
                </c:pt>
                <c:pt idx="572">
                  <c:v>42662</c:v>
                </c:pt>
                <c:pt idx="573">
                  <c:v>42663</c:v>
                </c:pt>
                <c:pt idx="574">
                  <c:v>42664</c:v>
                </c:pt>
                <c:pt idx="575">
                  <c:v>42665</c:v>
                </c:pt>
                <c:pt idx="576">
                  <c:v>42666</c:v>
                </c:pt>
                <c:pt idx="577">
                  <c:v>42667</c:v>
                </c:pt>
                <c:pt idx="578">
                  <c:v>42668</c:v>
                </c:pt>
                <c:pt idx="579">
                  <c:v>42669</c:v>
                </c:pt>
                <c:pt idx="580">
                  <c:v>42670</c:v>
                </c:pt>
                <c:pt idx="581">
                  <c:v>42671</c:v>
                </c:pt>
                <c:pt idx="582">
                  <c:v>42672</c:v>
                </c:pt>
                <c:pt idx="583">
                  <c:v>42673</c:v>
                </c:pt>
                <c:pt idx="584">
                  <c:v>42674</c:v>
                </c:pt>
                <c:pt idx="585">
                  <c:v>42675</c:v>
                </c:pt>
                <c:pt idx="586">
                  <c:v>42676</c:v>
                </c:pt>
                <c:pt idx="587">
                  <c:v>42677</c:v>
                </c:pt>
                <c:pt idx="588">
                  <c:v>42678</c:v>
                </c:pt>
                <c:pt idx="589">
                  <c:v>42679</c:v>
                </c:pt>
                <c:pt idx="590">
                  <c:v>42680</c:v>
                </c:pt>
                <c:pt idx="591">
                  <c:v>42681</c:v>
                </c:pt>
                <c:pt idx="592">
                  <c:v>42682</c:v>
                </c:pt>
                <c:pt idx="593">
                  <c:v>42683</c:v>
                </c:pt>
                <c:pt idx="594">
                  <c:v>42684</c:v>
                </c:pt>
                <c:pt idx="595">
                  <c:v>42685</c:v>
                </c:pt>
                <c:pt idx="596">
                  <c:v>42686</c:v>
                </c:pt>
                <c:pt idx="597">
                  <c:v>42687</c:v>
                </c:pt>
                <c:pt idx="598">
                  <c:v>42688</c:v>
                </c:pt>
                <c:pt idx="599">
                  <c:v>42689</c:v>
                </c:pt>
                <c:pt idx="600">
                  <c:v>42690</c:v>
                </c:pt>
                <c:pt idx="601">
                  <c:v>42691</c:v>
                </c:pt>
                <c:pt idx="602">
                  <c:v>42692</c:v>
                </c:pt>
                <c:pt idx="603">
                  <c:v>42693</c:v>
                </c:pt>
                <c:pt idx="604">
                  <c:v>42694</c:v>
                </c:pt>
                <c:pt idx="605">
                  <c:v>42695</c:v>
                </c:pt>
                <c:pt idx="606">
                  <c:v>42696</c:v>
                </c:pt>
                <c:pt idx="607">
                  <c:v>42697</c:v>
                </c:pt>
                <c:pt idx="608">
                  <c:v>42698</c:v>
                </c:pt>
                <c:pt idx="609">
                  <c:v>42699</c:v>
                </c:pt>
                <c:pt idx="610">
                  <c:v>42700</c:v>
                </c:pt>
                <c:pt idx="611">
                  <c:v>42701</c:v>
                </c:pt>
                <c:pt idx="612">
                  <c:v>42702</c:v>
                </c:pt>
                <c:pt idx="613">
                  <c:v>42703</c:v>
                </c:pt>
                <c:pt idx="614">
                  <c:v>42704</c:v>
                </c:pt>
                <c:pt idx="615">
                  <c:v>42705</c:v>
                </c:pt>
                <c:pt idx="616">
                  <c:v>42706</c:v>
                </c:pt>
                <c:pt idx="617">
                  <c:v>42707</c:v>
                </c:pt>
                <c:pt idx="618">
                  <c:v>42708</c:v>
                </c:pt>
                <c:pt idx="619">
                  <c:v>42709</c:v>
                </c:pt>
                <c:pt idx="620">
                  <c:v>42710</c:v>
                </c:pt>
                <c:pt idx="621">
                  <c:v>42711</c:v>
                </c:pt>
                <c:pt idx="622">
                  <c:v>42712</c:v>
                </c:pt>
                <c:pt idx="623">
                  <c:v>42713</c:v>
                </c:pt>
                <c:pt idx="624">
                  <c:v>42714</c:v>
                </c:pt>
                <c:pt idx="625">
                  <c:v>42715</c:v>
                </c:pt>
                <c:pt idx="626">
                  <c:v>42716</c:v>
                </c:pt>
                <c:pt idx="627">
                  <c:v>42717</c:v>
                </c:pt>
                <c:pt idx="628">
                  <c:v>42718</c:v>
                </c:pt>
                <c:pt idx="629">
                  <c:v>42719</c:v>
                </c:pt>
                <c:pt idx="630">
                  <c:v>42720</c:v>
                </c:pt>
                <c:pt idx="631">
                  <c:v>42721</c:v>
                </c:pt>
                <c:pt idx="632">
                  <c:v>42722</c:v>
                </c:pt>
                <c:pt idx="633">
                  <c:v>42723</c:v>
                </c:pt>
                <c:pt idx="634">
                  <c:v>42724</c:v>
                </c:pt>
                <c:pt idx="635">
                  <c:v>42725</c:v>
                </c:pt>
                <c:pt idx="636">
                  <c:v>42726</c:v>
                </c:pt>
                <c:pt idx="637">
                  <c:v>42727</c:v>
                </c:pt>
                <c:pt idx="638">
                  <c:v>42728</c:v>
                </c:pt>
                <c:pt idx="639">
                  <c:v>42729</c:v>
                </c:pt>
                <c:pt idx="640">
                  <c:v>42730</c:v>
                </c:pt>
                <c:pt idx="641">
                  <c:v>42731</c:v>
                </c:pt>
                <c:pt idx="642">
                  <c:v>42732</c:v>
                </c:pt>
                <c:pt idx="643">
                  <c:v>42733</c:v>
                </c:pt>
                <c:pt idx="644">
                  <c:v>42734</c:v>
                </c:pt>
                <c:pt idx="645">
                  <c:v>42735</c:v>
                </c:pt>
                <c:pt idx="646">
                  <c:v>42736</c:v>
                </c:pt>
                <c:pt idx="647">
                  <c:v>42737</c:v>
                </c:pt>
                <c:pt idx="648">
                  <c:v>42738</c:v>
                </c:pt>
                <c:pt idx="649">
                  <c:v>42739</c:v>
                </c:pt>
                <c:pt idx="650">
                  <c:v>42740</c:v>
                </c:pt>
                <c:pt idx="651">
                  <c:v>42741</c:v>
                </c:pt>
                <c:pt idx="652">
                  <c:v>42742</c:v>
                </c:pt>
                <c:pt idx="653">
                  <c:v>42743</c:v>
                </c:pt>
                <c:pt idx="654">
                  <c:v>42744</c:v>
                </c:pt>
                <c:pt idx="655">
                  <c:v>42745</c:v>
                </c:pt>
                <c:pt idx="656">
                  <c:v>42746</c:v>
                </c:pt>
                <c:pt idx="657">
                  <c:v>42747</c:v>
                </c:pt>
                <c:pt idx="658">
                  <c:v>42748</c:v>
                </c:pt>
                <c:pt idx="659">
                  <c:v>42749</c:v>
                </c:pt>
                <c:pt idx="660">
                  <c:v>42750</c:v>
                </c:pt>
                <c:pt idx="661">
                  <c:v>42751</c:v>
                </c:pt>
                <c:pt idx="662">
                  <c:v>42752</c:v>
                </c:pt>
                <c:pt idx="663">
                  <c:v>42753</c:v>
                </c:pt>
                <c:pt idx="664">
                  <c:v>42754</c:v>
                </c:pt>
                <c:pt idx="665">
                  <c:v>42755</c:v>
                </c:pt>
                <c:pt idx="666">
                  <c:v>42756</c:v>
                </c:pt>
                <c:pt idx="667">
                  <c:v>42757</c:v>
                </c:pt>
                <c:pt idx="668">
                  <c:v>42758</c:v>
                </c:pt>
                <c:pt idx="669">
                  <c:v>42759</c:v>
                </c:pt>
                <c:pt idx="670">
                  <c:v>42760</c:v>
                </c:pt>
                <c:pt idx="671">
                  <c:v>42761</c:v>
                </c:pt>
                <c:pt idx="672">
                  <c:v>42762</c:v>
                </c:pt>
                <c:pt idx="673">
                  <c:v>42763</c:v>
                </c:pt>
                <c:pt idx="674">
                  <c:v>42764</c:v>
                </c:pt>
                <c:pt idx="675">
                  <c:v>42765</c:v>
                </c:pt>
                <c:pt idx="676">
                  <c:v>42766</c:v>
                </c:pt>
                <c:pt idx="677">
                  <c:v>42767</c:v>
                </c:pt>
                <c:pt idx="678">
                  <c:v>42768</c:v>
                </c:pt>
                <c:pt idx="679">
                  <c:v>42769</c:v>
                </c:pt>
                <c:pt idx="680">
                  <c:v>42770</c:v>
                </c:pt>
                <c:pt idx="681">
                  <c:v>42771</c:v>
                </c:pt>
                <c:pt idx="682">
                  <c:v>42772</c:v>
                </c:pt>
                <c:pt idx="683">
                  <c:v>42773</c:v>
                </c:pt>
                <c:pt idx="684">
                  <c:v>42774</c:v>
                </c:pt>
                <c:pt idx="685">
                  <c:v>42775</c:v>
                </c:pt>
                <c:pt idx="686">
                  <c:v>42776</c:v>
                </c:pt>
                <c:pt idx="687">
                  <c:v>42777</c:v>
                </c:pt>
                <c:pt idx="688">
                  <c:v>42778</c:v>
                </c:pt>
                <c:pt idx="689">
                  <c:v>42779</c:v>
                </c:pt>
                <c:pt idx="690">
                  <c:v>42780</c:v>
                </c:pt>
                <c:pt idx="691">
                  <c:v>42781</c:v>
                </c:pt>
                <c:pt idx="692">
                  <c:v>42782</c:v>
                </c:pt>
                <c:pt idx="693">
                  <c:v>42783</c:v>
                </c:pt>
                <c:pt idx="694">
                  <c:v>42784</c:v>
                </c:pt>
                <c:pt idx="695">
                  <c:v>42785</c:v>
                </c:pt>
                <c:pt idx="696">
                  <c:v>42786</c:v>
                </c:pt>
                <c:pt idx="697">
                  <c:v>42787</c:v>
                </c:pt>
                <c:pt idx="698">
                  <c:v>42788</c:v>
                </c:pt>
                <c:pt idx="699">
                  <c:v>42789</c:v>
                </c:pt>
                <c:pt idx="700">
                  <c:v>42790</c:v>
                </c:pt>
                <c:pt idx="701">
                  <c:v>42791</c:v>
                </c:pt>
                <c:pt idx="702">
                  <c:v>42792</c:v>
                </c:pt>
                <c:pt idx="703">
                  <c:v>42793</c:v>
                </c:pt>
                <c:pt idx="704">
                  <c:v>42794</c:v>
                </c:pt>
                <c:pt idx="705">
                  <c:v>42795</c:v>
                </c:pt>
                <c:pt idx="706">
                  <c:v>42796</c:v>
                </c:pt>
                <c:pt idx="707">
                  <c:v>42797</c:v>
                </c:pt>
                <c:pt idx="708">
                  <c:v>42798</c:v>
                </c:pt>
                <c:pt idx="709">
                  <c:v>42799</c:v>
                </c:pt>
                <c:pt idx="710">
                  <c:v>42800</c:v>
                </c:pt>
                <c:pt idx="711">
                  <c:v>42801</c:v>
                </c:pt>
                <c:pt idx="712">
                  <c:v>42802</c:v>
                </c:pt>
                <c:pt idx="713">
                  <c:v>42803</c:v>
                </c:pt>
                <c:pt idx="714">
                  <c:v>42804</c:v>
                </c:pt>
                <c:pt idx="715">
                  <c:v>42805</c:v>
                </c:pt>
                <c:pt idx="716">
                  <c:v>42806</c:v>
                </c:pt>
                <c:pt idx="717">
                  <c:v>42807</c:v>
                </c:pt>
                <c:pt idx="718">
                  <c:v>42808</c:v>
                </c:pt>
                <c:pt idx="719">
                  <c:v>42809</c:v>
                </c:pt>
                <c:pt idx="720">
                  <c:v>42810</c:v>
                </c:pt>
                <c:pt idx="721">
                  <c:v>42811</c:v>
                </c:pt>
                <c:pt idx="722">
                  <c:v>42812</c:v>
                </c:pt>
                <c:pt idx="723">
                  <c:v>42813</c:v>
                </c:pt>
                <c:pt idx="724">
                  <c:v>42814</c:v>
                </c:pt>
                <c:pt idx="725">
                  <c:v>42815</c:v>
                </c:pt>
                <c:pt idx="726">
                  <c:v>42816</c:v>
                </c:pt>
                <c:pt idx="727">
                  <c:v>42817</c:v>
                </c:pt>
                <c:pt idx="728">
                  <c:v>42818</c:v>
                </c:pt>
                <c:pt idx="729">
                  <c:v>42819</c:v>
                </c:pt>
                <c:pt idx="730">
                  <c:v>42820</c:v>
                </c:pt>
                <c:pt idx="731">
                  <c:v>42821</c:v>
                </c:pt>
                <c:pt idx="732">
                  <c:v>42822</c:v>
                </c:pt>
                <c:pt idx="733">
                  <c:v>42823</c:v>
                </c:pt>
                <c:pt idx="734">
                  <c:v>42824</c:v>
                </c:pt>
                <c:pt idx="735">
                  <c:v>42825</c:v>
                </c:pt>
                <c:pt idx="736">
                  <c:v>42826</c:v>
                </c:pt>
                <c:pt idx="737">
                  <c:v>42827</c:v>
                </c:pt>
                <c:pt idx="738">
                  <c:v>42828</c:v>
                </c:pt>
                <c:pt idx="739">
                  <c:v>42829</c:v>
                </c:pt>
                <c:pt idx="740">
                  <c:v>42830</c:v>
                </c:pt>
                <c:pt idx="741">
                  <c:v>42831</c:v>
                </c:pt>
                <c:pt idx="742">
                  <c:v>42832</c:v>
                </c:pt>
                <c:pt idx="743">
                  <c:v>42833</c:v>
                </c:pt>
                <c:pt idx="744">
                  <c:v>42834</c:v>
                </c:pt>
                <c:pt idx="745">
                  <c:v>42835</c:v>
                </c:pt>
                <c:pt idx="746">
                  <c:v>42836</c:v>
                </c:pt>
                <c:pt idx="747">
                  <c:v>42837</c:v>
                </c:pt>
                <c:pt idx="748">
                  <c:v>42838</c:v>
                </c:pt>
                <c:pt idx="749">
                  <c:v>42839</c:v>
                </c:pt>
                <c:pt idx="750">
                  <c:v>42840</c:v>
                </c:pt>
                <c:pt idx="751">
                  <c:v>42841</c:v>
                </c:pt>
                <c:pt idx="752">
                  <c:v>42842</c:v>
                </c:pt>
                <c:pt idx="753">
                  <c:v>42843</c:v>
                </c:pt>
                <c:pt idx="754">
                  <c:v>42844</c:v>
                </c:pt>
                <c:pt idx="755">
                  <c:v>42845</c:v>
                </c:pt>
                <c:pt idx="756">
                  <c:v>42846</c:v>
                </c:pt>
                <c:pt idx="757">
                  <c:v>42847</c:v>
                </c:pt>
                <c:pt idx="758">
                  <c:v>42848</c:v>
                </c:pt>
                <c:pt idx="759">
                  <c:v>42849</c:v>
                </c:pt>
                <c:pt idx="760">
                  <c:v>42850</c:v>
                </c:pt>
                <c:pt idx="761">
                  <c:v>42851</c:v>
                </c:pt>
                <c:pt idx="762">
                  <c:v>42852</c:v>
                </c:pt>
                <c:pt idx="763">
                  <c:v>42853</c:v>
                </c:pt>
                <c:pt idx="764">
                  <c:v>42854</c:v>
                </c:pt>
                <c:pt idx="765">
                  <c:v>42855</c:v>
                </c:pt>
                <c:pt idx="766">
                  <c:v>42856</c:v>
                </c:pt>
                <c:pt idx="767">
                  <c:v>42857</c:v>
                </c:pt>
                <c:pt idx="768">
                  <c:v>42858</c:v>
                </c:pt>
                <c:pt idx="769">
                  <c:v>42859</c:v>
                </c:pt>
                <c:pt idx="770">
                  <c:v>42860</c:v>
                </c:pt>
                <c:pt idx="771">
                  <c:v>42861</c:v>
                </c:pt>
                <c:pt idx="772">
                  <c:v>42862</c:v>
                </c:pt>
                <c:pt idx="773">
                  <c:v>42863</c:v>
                </c:pt>
                <c:pt idx="774">
                  <c:v>42864</c:v>
                </c:pt>
                <c:pt idx="775">
                  <c:v>42865</c:v>
                </c:pt>
                <c:pt idx="776">
                  <c:v>42866</c:v>
                </c:pt>
                <c:pt idx="777">
                  <c:v>42867</c:v>
                </c:pt>
                <c:pt idx="778">
                  <c:v>42868</c:v>
                </c:pt>
                <c:pt idx="779">
                  <c:v>42869</c:v>
                </c:pt>
                <c:pt idx="780">
                  <c:v>42870</c:v>
                </c:pt>
                <c:pt idx="781">
                  <c:v>42871</c:v>
                </c:pt>
                <c:pt idx="782">
                  <c:v>42872</c:v>
                </c:pt>
                <c:pt idx="783">
                  <c:v>42873</c:v>
                </c:pt>
                <c:pt idx="784">
                  <c:v>42874</c:v>
                </c:pt>
                <c:pt idx="785">
                  <c:v>42875</c:v>
                </c:pt>
                <c:pt idx="786">
                  <c:v>42876</c:v>
                </c:pt>
                <c:pt idx="787">
                  <c:v>42877</c:v>
                </c:pt>
                <c:pt idx="788">
                  <c:v>42878</c:v>
                </c:pt>
                <c:pt idx="789">
                  <c:v>42879</c:v>
                </c:pt>
                <c:pt idx="790">
                  <c:v>42880</c:v>
                </c:pt>
                <c:pt idx="791">
                  <c:v>42881</c:v>
                </c:pt>
                <c:pt idx="792">
                  <c:v>42882</c:v>
                </c:pt>
                <c:pt idx="793">
                  <c:v>42883</c:v>
                </c:pt>
                <c:pt idx="794">
                  <c:v>42884</c:v>
                </c:pt>
                <c:pt idx="795">
                  <c:v>42885</c:v>
                </c:pt>
                <c:pt idx="796">
                  <c:v>42886</c:v>
                </c:pt>
                <c:pt idx="797">
                  <c:v>42887</c:v>
                </c:pt>
                <c:pt idx="798">
                  <c:v>42888</c:v>
                </c:pt>
                <c:pt idx="799">
                  <c:v>42889</c:v>
                </c:pt>
                <c:pt idx="800">
                  <c:v>42890</c:v>
                </c:pt>
                <c:pt idx="801">
                  <c:v>42891</c:v>
                </c:pt>
                <c:pt idx="802">
                  <c:v>42892</c:v>
                </c:pt>
                <c:pt idx="803">
                  <c:v>42893</c:v>
                </c:pt>
                <c:pt idx="804">
                  <c:v>42894</c:v>
                </c:pt>
                <c:pt idx="805">
                  <c:v>42895</c:v>
                </c:pt>
                <c:pt idx="806">
                  <c:v>42896</c:v>
                </c:pt>
                <c:pt idx="807">
                  <c:v>42897</c:v>
                </c:pt>
                <c:pt idx="808">
                  <c:v>42898</c:v>
                </c:pt>
                <c:pt idx="809">
                  <c:v>42899</c:v>
                </c:pt>
                <c:pt idx="810">
                  <c:v>42900</c:v>
                </c:pt>
                <c:pt idx="811">
                  <c:v>42901</c:v>
                </c:pt>
                <c:pt idx="812">
                  <c:v>42902</c:v>
                </c:pt>
                <c:pt idx="813">
                  <c:v>42903</c:v>
                </c:pt>
                <c:pt idx="814">
                  <c:v>42904</c:v>
                </c:pt>
                <c:pt idx="815">
                  <c:v>42905</c:v>
                </c:pt>
                <c:pt idx="816">
                  <c:v>42906</c:v>
                </c:pt>
                <c:pt idx="817">
                  <c:v>42907</c:v>
                </c:pt>
                <c:pt idx="818">
                  <c:v>42908</c:v>
                </c:pt>
                <c:pt idx="819">
                  <c:v>42909</c:v>
                </c:pt>
                <c:pt idx="820">
                  <c:v>42910</c:v>
                </c:pt>
                <c:pt idx="821">
                  <c:v>42911</c:v>
                </c:pt>
                <c:pt idx="822">
                  <c:v>42912</c:v>
                </c:pt>
                <c:pt idx="823">
                  <c:v>42913</c:v>
                </c:pt>
                <c:pt idx="824">
                  <c:v>42914</c:v>
                </c:pt>
                <c:pt idx="825">
                  <c:v>42915</c:v>
                </c:pt>
                <c:pt idx="826">
                  <c:v>42916</c:v>
                </c:pt>
                <c:pt idx="827">
                  <c:v>42917</c:v>
                </c:pt>
                <c:pt idx="828">
                  <c:v>42918</c:v>
                </c:pt>
                <c:pt idx="829">
                  <c:v>42919</c:v>
                </c:pt>
                <c:pt idx="830">
                  <c:v>42920</c:v>
                </c:pt>
                <c:pt idx="831">
                  <c:v>42921</c:v>
                </c:pt>
                <c:pt idx="832">
                  <c:v>42922</c:v>
                </c:pt>
                <c:pt idx="833">
                  <c:v>42923</c:v>
                </c:pt>
                <c:pt idx="834">
                  <c:v>42924</c:v>
                </c:pt>
                <c:pt idx="835">
                  <c:v>42925</c:v>
                </c:pt>
                <c:pt idx="836">
                  <c:v>42926</c:v>
                </c:pt>
                <c:pt idx="837">
                  <c:v>42927</c:v>
                </c:pt>
                <c:pt idx="838">
                  <c:v>42928</c:v>
                </c:pt>
                <c:pt idx="839">
                  <c:v>42929</c:v>
                </c:pt>
                <c:pt idx="840">
                  <c:v>42930</c:v>
                </c:pt>
                <c:pt idx="841">
                  <c:v>42931</c:v>
                </c:pt>
                <c:pt idx="842">
                  <c:v>42932</c:v>
                </c:pt>
                <c:pt idx="843">
                  <c:v>42933</c:v>
                </c:pt>
                <c:pt idx="844">
                  <c:v>42934</c:v>
                </c:pt>
                <c:pt idx="845">
                  <c:v>42935</c:v>
                </c:pt>
                <c:pt idx="846">
                  <c:v>42936</c:v>
                </c:pt>
                <c:pt idx="847">
                  <c:v>42937</c:v>
                </c:pt>
                <c:pt idx="848">
                  <c:v>42938</c:v>
                </c:pt>
                <c:pt idx="849">
                  <c:v>42939</c:v>
                </c:pt>
                <c:pt idx="850">
                  <c:v>42940</c:v>
                </c:pt>
                <c:pt idx="851">
                  <c:v>42941</c:v>
                </c:pt>
                <c:pt idx="852">
                  <c:v>42942</c:v>
                </c:pt>
                <c:pt idx="853">
                  <c:v>42943</c:v>
                </c:pt>
                <c:pt idx="854">
                  <c:v>42944</c:v>
                </c:pt>
                <c:pt idx="855">
                  <c:v>42945</c:v>
                </c:pt>
                <c:pt idx="856">
                  <c:v>42946</c:v>
                </c:pt>
                <c:pt idx="857">
                  <c:v>42947</c:v>
                </c:pt>
                <c:pt idx="858">
                  <c:v>42948</c:v>
                </c:pt>
                <c:pt idx="859">
                  <c:v>42949</c:v>
                </c:pt>
                <c:pt idx="860">
                  <c:v>42950</c:v>
                </c:pt>
                <c:pt idx="861">
                  <c:v>42951</c:v>
                </c:pt>
                <c:pt idx="862">
                  <c:v>42952</c:v>
                </c:pt>
                <c:pt idx="863">
                  <c:v>42953</c:v>
                </c:pt>
                <c:pt idx="864">
                  <c:v>42954</c:v>
                </c:pt>
                <c:pt idx="865">
                  <c:v>42955</c:v>
                </c:pt>
                <c:pt idx="866">
                  <c:v>42956</c:v>
                </c:pt>
                <c:pt idx="867">
                  <c:v>42957</c:v>
                </c:pt>
                <c:pt idx="868">
                  <c:v>42958</c:v>
                </c:pt>
                <c:pt idx="869">
                  <c:v>42959</c:v>
                </c:pt>
                <c:pt idx="870">
                  <c:v>42960</c:v>
                </c:pt>
                <c:pt idx="871">
                  <c:v>42961</c:v>
                </c:pt>
                <c:pt idx="872">
                  <c:v>42962</c:v>
                </c:pt>
                <c:pt idx="873">
                  <c:v>42963</c:v>
                </c:pt>
                <c:pt idx="874">
                  <c:v>42964</c:v>
                </c:pt>
                <c:pt idx="875">
                  <c:v>42965</c:v>
                </c:pt>
                <c:pt idx="876">
                  <c:v>42966</c:v>
                </c:pt>
                <c:pt idx="877">
                  <c:v>42967</c:v>
                </c:pt>
                <c:pt idx="878">
                  <c:v>42968</c:v>
                </c:pt>
                <c:pt idx="879">
                  <c:v>42969</c:v>
                </c:pt>
                <c:pt idx="880">
                  <c:v>42970</c:v>
                </c:pt>
                <c:pt idx="881">
                  <c:v>42971</c:v>
                </c:pt>
                <c:pt idx="882">
                  <c:v>42972</c:v>
                </c:pt>
                <c:pt idx="883">
                  <c:v>42973</c:v>
                </c:pt>
                <c:pt idx="884">
                  <c:v>42974</c:v>
                </c:pt>
                <c:pt idx="885">
                  <c:v>42975</c:v>
                </c:pt>
                <c:pt idx="886">
                  <c:v>42976</c:v>
                </c:pt>
                <c:pt idx="887">
                  <c:v>42977</c:v>
                </c:pt>
                <c:pt idx="888">
                  <c:v>42978</c:v>
                </c:pt>
                <c:pt idx="889">
                  <c:v>42979</c:v>
                </c:pt>
                <c:pt idx="890">
                  <c:v>42980</c:v>
                </c:pt>
                <c:pt idx="891">
                  <c:v>42981</c:v>
                </c:pt>
                <c:pt idx="892">
                  <c:v>42982</c:v>
                </c:pt>
                <c:pt idx="893">
                  <c:v>42983</c:v>
                </c:pt>
                <c:pt idx="894">
                  <c:v>42984</c:v>
                </c:pt>
                <c:pt idx="895">
                  <c:v>42985</c:v>
                </c:pt>
                <c:pt idx="896">
                  <c:v>42986</c:v>
                </c:pt>
                <c:pt idx="897">
                  <c:v>42987</c:v>
                </c:pt>
                <c:pt idx="898">
                  <c:v>42988</c:v>
                </c:pt>
                <c:pt idx="899">
                  <c:v>42989</c:v>
                </c:pt>
                <c:pt idx="900">
                  <c:v>42990</c:v>
                </c:pt>
                <c:pt idx="901">
                  <c:v>42991</c:v>
                </c:pt>
                <c:pt idx="902">
                  <c:v>42992</c:v>
                </c:pt>
                <c:pt idx="903">
                  <c:v>42993</c:v>
                </c:pt>
                <c:pt idx="904">
                  <c:v>42994</c:v>
                </c:pt>
                <c:pt idx="905">
                  <c:v>42995</c:v>
                </c:pt>
                <c:pt idx="906">
                  <c:v>42996</c:v>
                </c:pt>
                <c:pt idx="907">
                  <c:v>42997</c:v>
                </c:pt>
                <c:pt idx="908">
                  <c:v>42998</c:v>
                </c:pt>
                <c:pt idx="909">
                  <c:v>42999</c:v>
                </c:pt>
                <c:pt idx="910">
                  <c:v>43000</c:v>
                </c:pt>
                <c:pt idx="911">
                  <c:v>43001</c:v>
                </c:pt>
                <c:pt idx="912">
                  <c:v>43002</c:v>
                </c:pt>
                <c:pt idx="913">
                  <c:v>43003</c:v>
                </c:pt>
                <c:pt idx="914">
                  <c:v>43004</c:v>
                </c:pt>
                <c:pt idx="915">
                  <c:v>43005</c:v>
                </c:pt>
                <c:pt idx="916">
                  <c:v>43006</c:v>
                </c:pt>
                <c:pt idx="917">
                  <c:v>43007</c:v>
                </c:pt>
                <c:pt idx="918">
                  <c:v>43008</c:v>
                </c:pt>
                <c:pt idx="919">
                  <c:v>43009</c:v>
                </c:pt>
                <c:pt idx="920">
                  <c:v>43010</c:v>
                </c:pt>
                <c:pt idx="921">
                  <c:v>43011</c:v>
                </c:pt>
                <c:pt idx="922">
                  <c:v>43012</c:v>
                </c:pt>
                <c:pt idx="923">
                  <c:v>43013</c:v>
                </c:pt>
                <c:pt idx="924">
                  <c:v>43014</c:v>
                </c:pt>
                <c:pt idx="925">
                  <c:v>43015</c:v>
                </c:pt>
                <c:pt idx="926">
                  <c:v>43016</c:v>
                </c:pt>
                <c:pt idx="927">
                  <c:v>43017</c:v>
                </c:pt>
                <c:pt idx="928">
                  <c:v>43018</c:v>
                </c:pt>
                <c:pt idx="929">
                  <c:v>43019</c:v>
                </c:pt>
                <c:pt idx="930">
                  <c:v>43020</c:v>
                </c:pt>
                <c:pt idx="931">
                  <c:v>43021</c:v>
                </c:pt>
                <c:pt idx="932">
                  <c:v>43022</c:v>
                </c:pt>
                <c:pt idx="933">
                  <c:v>43023</c:v>
                </c:pt>
                <c:pt idx="934">
                  <c:v>43024</c:v>
                </c:pt>
                <c:pt idx="935">
                  <c:v>43025</c:v>
                </c:pt>
                <c:pt idx="936">
                  <c:v>43026</c:v>
                </c:pt>
                <c:pt idx="937">
                  <c:v>43027</c:v>
                </c:pt>
                <c:pt idx="938">
                  <c:v>43028</c:v>
                </c:pt>
                <c:pt idx="939">
                  <c:v>43029</c:v>
                </c:pt>
                <c:pt idx="940">
                  <c:v>43030</c:v>
                </c:pt>
                <c:pt idx="941">
                  <c:v>43031</c:v>
                </c:pt>
                <c:pt idx="942">
                  <c:v>43032</c:v>
                </c:pt>
                <c:pt idx="943">
                  <c:v>43033</c:v>
                </c:pt>
                <c:pt idx="944">
                  <c:v>43034</c:v>
                </c:pt>
                <c:pt idx="945">
                  <c:v>43035</c:v>
                </c:pt>
                <c:pt idx="946">
                  <c:v>43036</c:v>
                </c:pt>
                <c:pt idx="947">
                  <c:v>43037</c:v>
                </c:pt>
                <c:pt idx="948">
                  <c:v>43038</c:v>
                </c:pt>
                <c:pt idx="949">
                  <c:v>43039</c:v>
                </c:pt>
                <c:pt idx="950">
                  <c:v>43040</c:v>
                </c:pt>
                <c:pt idx="951">
                  <c:v>43041</c:v>
                </c:pt>
                <c:pt idx="952">
                  <c:v>43042</c:v>
                </c:pt>
                <c:pt idx="953">
                  <c:v>43043</c:v>
                </c:pt>
                <c:pt idx="954">
                  <c:v>43044</c:v>
                </c:pt>
                <c:pt idx="955">
                  <c:v>43045</c:v>
                </c:pt>
                <c:pt idx="956">
                  <c:v>43046</c:v>
                </c:pt>
                <c:pt idx="957">
                  <c:v>43047</c:v>
                </c:pt>
                <c:pt idx="958">
                  <c:v>43048</c:v>
                </c:pt>
                <c:pt idx="959">
                  <c:v>43049</c:v>
                </c:pt>
                <c:pt idx="960">
                  <c:v>43050</c:v>
                </c:pt>
                <c:pt idx="961">
                  <c:v>43051</c:v>
                </c:pt>
                <c:pt idx="962">
                  <c:v>43052</c:v>
                </c:pt>
                <c:pt idx="963">
                  <c:v>43053</c:v>
                </c:pt>
                <c:pt idx="964">
                  <c:v>43054</c:v>
                </c:pt>
                <c:pt idx="965">
                  <c:v>43055</c:v>
                </c:pt>
                <c:pt idx="966">
                  <c:v>43056</c:v>
                </c:pt>
                <c:pt idx="967">
                  <c:v>43057</c:v>
                </c:pt>
                <c:pt idx="968">
                  <c:v>43058</c:v>
                </c:pt>
                <c:pt idx="969">
                  <c:v>43059</c:v>
                </c:pt>
                <c:pt idx="970">
                  <c:v>43060</c:v>
                </c:pt>
                <c:pt idx="971">
                  <c:v>43061</c:v>
                </c:pt>
                <c:pt idx="972">
                  <c:v>43062</c:v>
                </c:pt>
                <c:pt idx="973">
                  <c:v>43063</c:v>
                </c:pt>
                <c:pt idx="974">
                  <c:v>43064</c:v>
                </c:pt>
                <c:pt idx="975">
                  <c:v>43065</c:v>
                </c:pt>
                <c:pt idx="976">
                  <c:v>43066</c:v>
                </c:pt>
                <c:pt idx="977">
                  <c:v>43067</c:v>
                </c:pt>
                <c:pt idx="978">
                  <c:v>43068</c:v>
                </c:pt>
                <c:pt idx="979">
                  <c:v>43069</c:v>
                </c:pt>
                <c:pt idx="980">
                  <c:v>43070</c:v>
                </c:pt>
                <c:pt idx="981">
                  <c:v>43071</c:v>
                </c:pt>
                <c:pt idx="982">
                  <c:v>43072</c:v>
                </c:pt>
                <c:pt idx="983">
                  <c:v>43073</c:v>
                </c:pt>
                <c:pt idx="984">
                  <c:v>43074</c:v>
                </c:pt>
                <c:pt idx="985">
                  <c:v>43075</c:v>
                </c:pt>
                <c:pt idx="986">
                  <c:v>43076</c:v>
                </c:pt>
                <c:pt idx="987">
                  <c:v>43077</c:v>
                </c:pt>
                <c:pt idx="988">
                  <c:v>43078</c:v>
                </c:pt>
                <c:pt idx="989">
                  <c:v>43079</c:v>
                </c:pt>
                <c:pt idx="990">
                  <c:v>43080</c:v>
                </c:pt>
                <c:pt idx="991">
                  <c:v>43081</c:v>
                </c:pt>
                <c:pt idx="992">
                  <c:v>43082</c:v>
                </c:pt>
                <c:pt idx="993">
                  <c:v>43083</c:v>
                </c:pt>
                <c:pt idx="994">
                  <c:v>43084</c:v>
                </c:pt>
                <c:pt idx="995">
                  <c:v>43085</c:v>
                </c:pt>
                <c:pt idx="996">
                  <c:v>43086</c:v>
                </c:pt>
                <c:pt idx="997">
                  <c:v>43087</c:v>
                </c:pt>
                <c:pt idx="998">
                  <c:v>43088</c:v>
                </c:pt>
                <c:pt idx="999">
                  <c:v>43089</c:v>
                </c:pt>
                <c:pt idx="1000">
                  <c:v>43090</c:v>
                </c:pt>
                <c:pt idx="1001">
                  <c:v>43091</c:v>
                </c:pt>
                <c:pt idx="1002">
                  <c:v>43092</c:v>
                </c:pt>
                <c:pt idx="1003">
                  <c:v>43093</c:v>
                </c:pt>
                <c:pt idx="1004">
                  <c:v>43094</c:v>
                </c:pt>
                <c:pt idx="1005">
                  <c:v>43095</c:v>
                </c:pt>
                <c:pt idx="1006">
                  <c:v>43096</c:v>
                </c:pt>
                <c:pt idx="1007">
                  <c:v>43097</c:v>
                </c:pt>
                <c:pt idx="1008">
                  <c:v>43098</c:v>
                </c:pt>
                <c:pt idx="1009">
                  <c:v>43099</c:v>
                </c:pt>
                <c:pt idx="1010">
                  <c:v>43100</c:v>
                </c:pt>
                <c:pt idx="1011">
                  <c:v>43101</c:v>
                </c:pt>
                <c:pt idx="1012">
                  <c:v>43102</c:v>
                </c:pt>
                <c:pt idx="1013">
                  <c:v>43103</c:v>
                </c:pt>
                <c:pt idx="1014">
                  <c:v>43104</c:v>
                </c:pt>
                <c:pt idx="1015">
                  <c:v>43105</c:v>
                </c:pt>
                <c:pt idx="1016">
                  <c:v>43106</c:v>
                </c:pt>
                <c:pt idx="1017">
                  <c:v>43107</c:v>
                </c:pt>
                <c:pt idx="1018">
                  <c:v>43108</c:v>
                </c:pt>
                <c:pt idx="1019">
                  <c:v>43109</c:v>
                </c:pt>
                <c:pt idx="1020">
                  <c:v>43110</c:v>
                </c:pt>
                <c:pt idx="1021">
                  <c:v>43111</c:v>
                </c:pt>
                <c:pt idx="1022">
                  <c:v>43112</c:v>
                </c:pt>
                <c:pt idx="1023">
                  <c:v>43113</c:v>
                </c:pt>
                <c:pt idx="1024">
                  <c:v>43114</c:v>
                </c:pt>
                <c:pt idx="1025">
                  <c:v>43115</c:v>
                </c:pt>
                <c:pt idx="1026">
                  <c:v>43116</c:v>
                </c:pt>
                <c:pt idx="1027">
                  <c:v>43117</c:v>
                </c:pt>
                <c:pt idx="1028">
                  <c:v>43118</c:v>
                </c:pt>
                <c:pt idx="1029">
                  <c:v>43119</c:v>
                </c:pt>
                <c:pt idx="1030">
                  <c:v>43120</c:v>
                </c:pt>
                <c:pt idx="1031">
                  <c:v>43121</c:v>
                </c:pt>
                <c:pt idx="1032">
                  <c:v>43122</c:v>
                </c:pt>
                <c:pt idx="1033">
                  <c:v>43123</c:v>
                </c:pt>
                <c:pt idx="1034">
                  <c:v>43124</c:v>
                </c:pt>
                <c:pt idx="1035">
                  <c:v>43125</c:v>
                </c:pt>
                <c:pt idx="1036">
                  <c:v>43126</c:v>
                </c:pt>
                <c:pt idx="1037">
                  <c:v>43127</c:v>
                </c:pt>
                <c:pt idx="1038">
                  <c:v>43128</c:v>
                </c:pt>
                <c:pt idx="1039">
                  <c:v>43129</c:v>
                </c:pt>
                <c:pt idx="1040">
                  <c:v>43130</c:v>
                </c:pt>
                <c:pt idx="1041">
                  <c:v>43131</c:v>
                </c:pt>
                <c:pt idx="1042">
                  <c:v>43132</c:v>
                </c:pt>
                <c:pt idx="1043">
                  <c:v>43133</c:v>
                </c:pt>
                <c:pt idx="1044">
                  <c:v>43134</c:v>
                </c:pt>
                <c:pt idx="1045">
                  <c:v>43135</c:v>
                </c:pt>
                <c:pt idx="1046">
                  <c:v>43136</c:v>
                </c:pt>
                <c:pt idx="1047">
                  <c:v>43137</c:v>
                </c:pt>
                <c:pt idx="1048">
                  <c:v>43138</c:v>
                </c:pt>
                <c:pt idx="1049">
                  <c:v>43139</c:v>
                </c:pt>
                <c:pt idx="1050">
                  <c:v>43140</c:v>
                </c:pt>
                <c:pt idx="1051">
                  <c:v>43141</c:v>
                </c:pt>
                <c:pt idx="1052">
                  <c:v>43142</c:v>
                </c:pt>
                <c:pt idx="1053">
                  <c:v>43143</c:v>
                </c:pt>
                <c:pt idx="1054">
                  <c:v>43144</c:v>
                </c:pt>
                <c:pt idx="1055">
                  <c:v>43145</c:v>
                </c:pt>
                <c:pt idx="1056">
                  <c:v>43146</c:v>
                </c:pt>
                <c:pt idx="1057">
                  <c:v>43147</c:v>
                </c:pt>
                <c:pt idx="1058">
                  <c:v>43148</c:v>
                </c:pt>
                <c:pt idx="1059">
                  <c:v>43149</c:v>
                </c:pt>
                <c:pt idx="1060">
                  <c:v>43150</c:v>
                </c:pt>
                <c:pt idx="1061">
                  <c:v>43151</c:v>
                </c:pt>
                <c:pt idx="1062">
                  <c:v>43152</c:v>
                </c:pt>
                <c:pt idx="1063">
                  <c:v>43153</c:v>
                </c:pt>
                <c:pt idx="1064">
                  <c:v>43154</c:v>
                </c:pt>
                <c:pt idx="1065">
                  <c:v>43155</c:v>
                </c:pt>
                <c:pt idx="1066">
                  <c:v>43156</c:v>
                </c:pt>
                <c:pt idx="1067">
                  <c:v>43157</c:v>
                </c:pt>
                <c:pt idx="1068">
                  <c:v>43158</c:v>
                </c:pt>
                <c:pt idx="1069">
                  <c:v>43159</c:v>
                </c:pt>
                <c:pt idx="1070">
                  <c:v>43160</c:v>
                </c:pt>
                <c:pt idx="1071">
                  <c:v>43161</c:v>
                </c:pt>
                <c:pt idx="1072">
                  <c:v>43162</c:v>
                </c:pt>
                <c:pt idx="1073">
                  <c:v>43163</c:v>
                </c:pt>
                <c:pt idx="1074">
                  <c:v>43164</c:v>
                </c:pt>
                <c:pt idx="1075">
                  <c:v>43165</c:v>
                </c:pt>
                <c:pt idx="1076">
                  <c:v>43166</c:v>
                </c:pt>
                <c:pt idx="1077">
                  <c:v>43167</c:v>
                </c:pt>
                <c:pt idx="1078">
                  <c:v>43168</c:v>
                </c:pt>
                <c:pt idx="1079">
                  <c:v>43169</c:v>
                </c:pt>
                <c:pt idx="1080">
                  <c:v>43170</c:v>
                </c:pt>
                <c:pt idx="1081">
                  <c:v>43171</c:v>
                </c:pt>
                <c:pt idx="1082">
                  <c:v>43172</c:v>
                </c:pt>
                <c:pt idx="1083">
                  <c:v>43173</c:v>
                </c:pt>
                <c:pt idx="1084">
                  <c:v>43174</c:v>
                </c:pt>
                <c:pt idx="1085">
                  <c:v>43175</c:v>
                </c:pt>
                <c:pt idx="1086">
                  <c:v>43176</c:v>
                </c:pt>
                <c:pt idx="1087">
                  <c:v>43177</c:v>
                </c:pt>
                <c:pt idx="1088">
                  <c:v>43178</c:v>
                </c:pt>
                <c:pt idx="1089">
                  <c:v>43179</c:v>
                </c:pt>
                <c:pt idx="1090">
                  <c:v>43180</c:v>
                </c:pt>
                <c:pt idx="1091">
                  <c:v>43181</c:v>
                </c:pt>
                <c:pt idx="1092">
                  <c:v>43182</c:v>
                </c:pt>
                <c:pt idx="1093">
                  <c:v>43183</c:v>
                </c:pt>
                <c:pt idx="1094">
                  <c:v>43184</c:v>
                </c:pt>
                <c:pt idx="1095">
                  <c:v>43185</c:v>
                </c:pt>
                <c:pt idx="1096">
                  <c:v>43186</c:v>
                </c:pt>
                <c:pt idx="1097">
                  <c:v>43187</c:v>
                </c:pt>
                <c:pt idx="1098">
                  <c:v>43188</c:v>
                </c:pt>
                <c:pt idx="1099">
                  <c:v>43189</c:v>
                </c:pt>
                <c:pt idx="1100">
                  <c:v>43190</c:v>
                </c:pt>
                <c:pt idx="1101">
                  <c:v>43191</c:v>
                </c:pt>
                <c:pt idx="1102">
                  <c:v>43192</c:v>
                </c:pt>
                <c:pt idx="1103">
                  <c:v>43193</c:v>
                </c:pt>
                <c:pt idx="1104">
                  <c:v>43194</c:v>
                </c:pt>
                <c:pt idx="1105">
                  <c:v>43195</c:v>
                </c:pt>
                <c:pt idx="1106">
                  <c:v>43196</c:v>
                </c:pt>
                <c:pt idx="1107">
                  <c:v>43197</c:v>
                </c:pt>
                <c:pt idx="1108">
                  <c:v>43198</c:v>
                </c:pt>
                <c:pt idx="1109">
                  <c:v>43199</c:v>
                </c:pt>
                <c:pt idx="1110">
                  <c:v>43200</c:v>
                </c:pt>
                <c:pt idx="1111">
                  <c:v>43201</c:v>
                </c:pt>
                <c:pt idx="1112">
                  <c:v>43202</c:v>
                </c:pt>
                <c:pt idx="1113">
                  <c:v>43203</c:v>
                </c:pt>
                <c:pt idx="1114">
                  <c:v>43204</c:v>
                </c:pt>
                <c:pt idx="1115">
                  <c:v>43205</c:v>
                </c:pt>
                <c:pt idx="1116">
                  <c:v>43206</c:v>
                </c:pt>
                <c:pt idx="1117">
                  <c:v>43207</c:v>
                </c:pt>
                <c:pt idx="1118">
                  <c:v>43208</c:v>
                </c:pt>
                <c:pt idx="1119">
                  <c:v>43209</c:v>
                </c:pt>
                <c:pt idx="1120">
                  <c:v>43210</c:v>
                </c:pt>
                <c:pt idx="1121">
                  <c:v>43211</c:v>
                </c:pt>
                <c:pt idx="1122">
                  <c:v>43212</c:v>
                </c:pt>
                <c:pt idx="1123">
                  <c:v>43213</c:v>
                </c:pt>
                <c:pt idx="1124">
                  <c:v>43214</c:v>
                </c:pt>
                <c:pt idx="1125">
                  <c:v>43215</c:v>
                </c:pt>
                <c:pt idx="1126">
                  <c:v>43216</c:v>
                </c:pt>
                <c:pt idx="1127">
                  <c:v>43217</c:v>
                </c:pt>
                <c:pt idx="1128">
                  <c:v>43218</c:v>
                </c:pt>
                <c:pt idx="1129">
                  <c:v>43219</c:v>
                </c:pt>
                <c:pt idx="1130">
                  <c:v>43220</c:v>
                </c:pt>
                <c:pt idx="1131">
                  <c:v>43221</c:v>
                </c:pt>
                <c:pt idx="1132">
                  <c:v>43222</c:v>
                </c:pt>
                <c:pt idx="1133">
                  <c:v>43223</c:v>
                </c:pt>
                <c:pt idx="1134">
                  <c:v>43224</c:v>
                </c:pt>
                <c:pt idx="1135">
                  <c:v>43225</c:v>
                </c:pt>
                <c:pt idx="1136">
                  <c:v>43226</c:v>
                </c:pt>
                <c:pt idx="1137">
                  <c:v>43227</c:v>
                </c:pt>
                <c:pt idx="1138">
                  <c:v>43228</c:v>
                </c:pt>
                <c:pt idx="1139">
                  <c:v>43229</c:v>
                </c:pt>
                <c:pt idx="1140">
                  <c:v>43230</c:v>
                </c:pt>
                <c:pt idx="1141">
                  <c:v>43231</c:v>
                </c:pt>
                <c:pt idx="1142">
                  <c:v>43232</c:v>
                </c:pt>
                <c:pt idx="1143">
                  <c:v>43233</c:v>
                </c:pt>
                <c:pt idx="1144">
                  <c:v>43234</c:v>
                </c:pt>
                <c:pt idx="1145">
                  <c:v>43235</c:v>
                </c:pt>
                <c:pt idx="1146">
                  <c:v>43236</c:v>
                </c:pt>
                <c:pt idx="1147">
                  <c:v>43237</c:v>
                </c:pt>
                <c:pt idx="1148">
                  <c:v>43238</c:v>
                </c:pt>
                <c:pt idx="1149">
                  <c:v>43239</c:v>
                </c:pt>
                <c:pt idx="1150">
                  <c:v>43240</c:v>
                </c:pt>
                <c:pt idx="1151">
                  <c:v>43241</c:v>
                </c:pt>
                <c:pt idx="1152">
                  <c:v>43242</c:v>
                </c:pt>
                <c:pt idx="1153">
                  <c:v>43243</c:v>
                </c:pt>
                <c:pt idx="1154">
                  <c:v>43244</c:v>
                </c:pt>
                <c:pt idx="1155">
                  <c:v>43245</c:v>
                </c:pt>
                <c:pt idx="1156">
                  <c:v>43246</c:v>
                </c:pt>
                <c:pt idx="1157">
                  <c:v>43247</c:v>
                </c:pt>
                <c:pt idx="1158">
                  <c:v>43248</c:v>
                </c:pt>
                <c:pt idx="1159">
                  <c:v>43249</c:v>
                </c:pt>
                <c:pt idx="1160">
                  <c:v>43250</c:v>
                </c:pt>
                <c:pt idx="1161">
                  <c:v>43251</c:v>
                </c:pt>
                <c:pt idx="1162">
                  <c:v>43252</c:v>
                </c:pt>
                <c:pt idx="1163">
                  <c:v>43253</c:v>
                </c:pt>
                <c:pt idx="1164">
                  <c:v>43254</c:v>
                </c:pt>
                <c:pt idx="1165">
                  <c:v>43255</c:v>
                </c:pt>
                <c:pt idx="1166">
                  <c:v>43256</c:v>
                </c:pt>
                <c:pt idx="1167">
                  <c:v>43257</c:v>
                </c:pt>
                <c:pt idx="1168">
                  <c:v>43258</c:v>
                </c:pt>
                <c:pt idx="1169">
                  <c:v>43259</c:v>
                </c:pt>
                <c:pt idx="1170">
                  <c:v>43260</c:v>
                </c:pt>
                <c:pt idx="1171">
                  <c:v>43261</c:v>
                </c:pt>
                <c:pt idx="1172">
                  <c:v>43262</c:v>
                </c:pt>
                <c:pt idx="1173">
                  <c:v>43263</c:v>
                </c:pt>
                <c:pt idx="1174">
                  <c:v>43264</c:v>
                </c:pt>
                <c:pt idx="1175">
                  <c:v>43265</c:v>
                </c:pt>
                <c:pt idx="1176">
                  <c:v>43266</c:v>
                </c:pt>
                <c:pt idx="1177">
                  <c:v>43267</c:v>
                </c:pt>
                <c:pt idx="1178">
                  <c:v>43268</c:v>
                </c:pt>
                <c:pt idx="1179">
                  <c:v>43269</c:v>
                </c:pt>
                <c:pt idx="1180">
                  <c:v>43270</c:v>
                </c:pt>
                <c:pt idx="1181">
                  <c:v>43271</c:v>
                </c:pt>
                <c:pt idx="1182">
                  <c:v>43272</c:v>
                </c:pt>
                <c:pt idx="1183">
                  <c:v>43273</c:v>
                </c:pt>
                <c:pt idx="1184">
                  <c:v>43274</c:v>
                </c:pt>
                <c:pt idx="1185">
                  <c:v>43275</c:v>
                </c:pt>
                <c:pt idx="1186">
                  <c:v>43276</c:v>
                </c:pt>
                <c:pt idx="1187">
                  <c:v>43277</c:v>
                </c:pt>
                <c:pt idx="1188">
                  <c:v>43278</c:v>
                </c:pt>
                <c:pt idx="1189">
                  <c:v>43279</c:v>
                </c:pt>
                <c:pt idx="1190">
                  <c:v>43280</c:v>
                </c:pt>
                <c:pt idx="1191">
                  <c:v>43281</c:v>
                </c:pt>
                <c:pt idx="1192">
                  <c:v>43282</c:v>
                </c:pt>
                <c:pt idx="1193">
                  <c:v>43283</c:v>
                </c:pt>
                <c:pt idx="1194">
                  <c:v>43284</c:v>
                </c:pt>
                <c:pt idx="1195">
                  <c:v>43285</c:v>
                </c:pt>
                <c:pt idx="1196">
                  <c:v>43286</c:v>
                </c:pt>
                <c:pt idx="1197">
                  <c:v>43287</c:v>
                </c:pt>
                <c:pt idx="1198">
                  <c:v>43288</c:v>
                </c:pt>
                <c:pt idx="1199">
                  <c:v>43289</c:v>
                </c:pt>
                <c:pt idx="1200">
                  <c:v>43290</c:v>
                </c:pt>
                <c:pt idx="1201">
                  <c:v>43291</c:v>
                </c:pt>
                <c:pt idx="1202">
                  <c:v>43292</c:v>
                </c:pt>
                <c:pt idx="1203">
                  <c:v>43293</c:v>
                </c:pt>
                <c:pt idx="1204">
                  <c:v>43294</c:v>
                </c:pt>
                <c:pt idx="1205">
                  <c:v>43295</c:v>
                </c:pt>
                <c:pt idx="1206">
                  <c:v>43296</c:v>
                </c:pt>
                <c:pt idx="1207">
                  <c:v>43297</c:v>
                </c:pt>
                <c:pt idx="1208">
                  <c:v>43298</c:v>
                </c:pt>
                <c:pt idx="1209">
                  <c:v>43299</c:v>
                </c:pt>
                <c:pt idx="1210">
                  <c:v>43300</c:v>
                </c:pt>
                <c:pt idx="1211">
                  <c:v>43301</c:v>
                </c:pt>
                <c:pt idx="1212">
                  <c:v>43302</c:v>
                </c:pt>
                <c:pt idx="1213">
                  <c:v>43303</c:v>
                </c:pt>
                <c:pt idx="1214">
                  <c:v>43304</c:v>
                </c:pt>
                <c:pt idx="1215">
                  <c:v>43305</c:v>
                </c:pt>
                <c:pt idx="1216">
                  <c:v>43306</c:v>
                </c:pt>
                <c:pt idx="1217">
                  <c:v>43307</c:v>
                </c:pt>
                <c:pt idx="1218">
                  <c:v>43308</c:v>
                </c:pt>
                <c:pt idx="1219">
                  <c:v>43309</c:v>
                </c:pt>
                <c:pt idx="1220">
                  <c:v>43310</c:v>
                </c:pt>
                <c:pt idx="1221">
                  <c:v>43311</c:v>
                </c:pt>
                <c:pt idx="1222">
                  <c:v>43312</c:v>
                </c:pt>
                <c:pt idx="1223">
                  <c:v>43313</c:v>
                </c:pt>
                <c:pt idx="1224">
                  <c:v>43314</c:v>
                </c:pt>
                <c:pt idx="1225">
                  <c:v>43315</c:v>
                </c:pt>
                <c:pt idx="1226">
                  <c:v>43316</c:v>
                </c:pt>
                <c:pt idx="1227">
                  <c:v>43317</c:v>
                </c:pt>
                <c:pt idx="1228">
                  <c:v>43318</c:v>
                </c:pt>
                <c:pt idx="1229">
                  <c:v>43319</c:v>
                </c:pt>
                <c:pt idx="1230">
                  <c:v>43320</c:v>
                </c:pt>
                <c:pt idx="1231">
                  <c:v>43321</c:v>
                </c:pt>
                <c:pt idx="1232">
                  <c:v>43322</c:v>
                </c:pt>
                <c:pt idx="1233">
                  <c:v>43323</c:v>
                </c:pt>
                <c:pt idx="1234">
                  <c:v>43324</c:v>
                </c:pt>
                <c:pt idx="1235">
                  <c:v>43325</c:v>
                </c:pt>
                <c:pt idx="1236">
                  <c:v>43326</c:v>
                </c:pt>
                <c:pt idx="1237">
                  <c:v>43327</c:v>
                </c:pt>
                <c:pt idx="1238">
                  <c:v>43328</c:v>
                </c:pt>
                <c:pt idx="1239">
                  <c:v>43329</c:v>
                </c:pt>
                <c:pt idx="1240">
                  <c:v>43330</c:v>
                </c:pt>
                <c:pt idx="1241">
                  <c:v>43331</c:v>
                </c:pt>
                <c:pt idx="1242">
                  <c:v>43332</c:v>
                </c:pt>
                <c:pt idx="1243">
                  <c:v>43333</c:v>
                </c:pt>
                <c:pt idx="1244">
                  <c:v>43334</c:v>
                </c:pt>
                <c:pt idx="1245">
                  <c:v>43335</c:v>
                </c:pt>
                <c:pt idx="1246">
                  <c:v>43336</c:v>
                </c:pt>
                <c:pt idx="1247">
                  <c:v>43337</c:v>
                </c:pt>
                <c:pt idx="1248">
                  <c:v>43338</c:v>
                </c:pt>
                <c:pt idx="1249">
                  <c:v>43339</c:v>
                </c:pt>
                <c:pt idx="1250">
                  <c:v>43340</c:v>
                </c:pt>
                <c:pt idx="1251">
                  <c:v>43341</c:v>
                </c:pt>
                <c:pt idx="1252">
                  <c:v>43342</c:v>
                </c:pt>
                <c:pt idx="1253">
                  <c:v>43343</c:v>
                </c:pt>
                <c:pt idx="1254">
                  <c:v>43344</c:v>
                </c:pt>
                <c:pt idx="1255">
                  <c:v>43345</c:v>
                </c:pt>
                <c:pt idx="1256">
                  <c:v>43346</c:v>
                </c:pt>
                <c:pt idx="1257">
                  <c:v>43347</c:v>
                </c:pt>
                <c:pt idx="1258">
                  <c:v>43348</c:v>
                </c:pt>
                <c:pt idx="1259">
                  <c:v>43349</c:v>
                </c:pt>
                <c:pt idx="1260">
                  <c:v>43350</c:v>
                </c:pt>
                <c:pt idx="1261">
                  <c:v>43351</c:v>
                </c:pt>
                <c:pt idx="1262">
                  <c:v>43352</c:v>
                </c:pt>
                <c:pt idx="1263">
                  <c:v>43353</c:v>
                </c:pt>
                <c:pt idx="1264">
                  <c:v>43354</c:v>
                </c:pt>
                <c:pt idx="1265">
                  <c:v>43355</c:v>
                </c:pt>
                <c:pt idx="1266">
                  <c:v>43356</c:v>
                </c:pt>
                <c:pt idx="1267">
                  <c:v>43357</c:v>
                </c:pt>
                <c:pt idx="1268">
                  <c:v>43358</c:v>
                </c:pt>
                <c:pt idx="1269">
                  <c:v>43359</c:v>
                </c:pt>
                <c:pt idx="1270">
                  <c:v>43360</c:v>
                </c:pt>
                <c:pt idx="1271">
                  <c:v>43361</c:v>
                </c:pt>
                <c:pt idx="1272">
                  <c:v>43362</c:v>
                </c:pt>
                <c:pt idx="1273">
                  <c:v>43363</c:v>
                </c:pt>
                <c:pt idx="1274">
                  <c:v>43364</c:v>
                </c:pt>
                <c:pt idx="1275">
                  <c:v>43365</c:v>
                </c:pt>
                <c:pt idx="1276">
                  <c:v>43366</c:v>
                </c:pt>
                <c:pt idx="1277">
                  <c:v>43367</c:v>
                </c:pt>
                <c:pt idx="1278">
                  <c:v>43368</c:v>
                </c:pt>
                <c:pt idx="1279">
                  <c:v>43369</c:v>
                </c:pt>
                <c:pt idx="1280">
                  <c:v>43370</c:v>
                </c:pt>
                <c:pt idx="1281">
                  <c:v>43371</c:v>
                </c:pt>
                <c:pt idx="1282">
                  <c:v>43372</c:v>
                </c:pt>
                <c:pt idx="1283">
                  <c:v>43373</c:v>
                </c:pt>
                <c:pt idx="1284">
                  <c:v>43374</c:v>
                </c:pt>
                <c:pt idx="1285">
                  <c:v>43375</c:v>
                </c:pt>
                <c:pt idx="1286">
                  <c:v>43376</c:v>
                </c:pt>
                <c:pt idx="1287">
                  <c:v>43377</c:v>
                </c:pt>
                <c:pt idx="1288">
                  <c:v>43378</c:v>
                </c:pt>
                <c:pt idx="1289">
                  <c:v>43379</c:v>
                </c:pt>
                <c:pt idx="1290">
                  <c:v>43380</c:v>
                </c:pt>
                <c:pt idx="1291">
                  <c:v>43381</c:v>
                </c:pt>
                <c:pt idx="1292">
                  <c:v>43382</c:v>
                </c:pt>
                <c:pt idx="1293">
                  <c:v>43383</c:v>
                </c:pt>
                <c:pt idx="1294">
                  <c:v>43384</c:v>
                </c:pt>
                <c:pt idx="1295">
                  <c:v>43385</c:v>
                </c:pt>
                <c:pt idx="1296">
                  <c:v>43386</c:v>
                </c:pt>
                <c:pt idx="1297">
                  <c:v>43387</c:v>
                </c:pt>
                <c:pt idx="1298">
                  <c:v>43388</c:v>
                </c:pt>
                <c:pt idx="1299">
                  <c:v>43389</c:v>
                </c:pt>
                <c:pt idx="1300">
                  <c:v>43390</c:v>
                </c:pt>
                <c:pt idx="1301">
                  <c:v>43391</c:v>
                </c:pt>
                <c:pt idx="1302">
                  <c:v>43392</c:v>
                </c:pt>
                <c:pt idx="1303">
                  <c:v>43393</c:v>
                </c:pt>
                <c:pt idx="1304">
                  <c:v>43394</c:v>
                </c:pt>
                <c:pt idx="1305">
                  <c:v>43395</c:v>
                </c:pt>
                <c:pt idx="1306">
                  <c:v>43396</c:v>
                </c:pt>
                <c:pt idx="1307">
                  <c:v>43397</c:v>
                </c:pt>
                <c:pt idx="1308">
                  <c:v>43398</c:v>
                </c:pt>
                <c:pt idx="1309">
                  <c:v>43399</c:v>
                </c:pt>
                <c:pt idx="1310">
                  <c:v>43400</c:v>
                </c:pt>
                <c:pt idx="1311">
                  <c:v>43401</c:v>
                </c:pt>
                <c:pt idx="1312">
                  <c:v>43402</c:v>
                </c:pt>
                <c:pt idx="1313">
                  <c:v>43403</c:v>
                </c:pt>
                <c:pt idx="1314">
                  <c:v>43404</c:v>
                </c:pt>
                <c:pt idx="1315">
                  <c:v>43405</c:v>
                </c:pt>
                <c:pt idx="1316">
                  <c:v>43406</c:v>
                </c:pt>
                <c:pt idx="1317">
                  <c:v>43407</c:v>
                </c:pt>
                <c:pt idx="1318">
                  <c:v>43408</c:v>
                </c:pt>
                <c:pt idx="1319">
                  <c:v>43409</c:v>
                </c:pt>
                <c:pt idx="1320">
                  <c:v>43410</c:v>
                </c:pt>
                <c:pt idx="1321">
                  <c:v>43411</c:v>
                </c:pt>
                <c:pt idx="1322">
                  <c:v>43412</c:v>
                </c:pt>
                <c:pt idx="1323">
                  <c:v>43413</c:v>
                </c:pt>
                <c:pt idx="1324">
                  <c:v>43414</c:v>
                </c:pt>
                <c:pt idx="1325">
                  <c:v>43415</c:v>
                </c:pt>
                <c:pt idx="1326">
                  <c:v>43416</c:v>
                </c:pt>
                <c:pt idx="1327">
                  <c:v>43417</c:v>
                </c:pt>
                <c:pt idx="1328">
                  <c:v>43418</c:v>
                </c:pt>
                <c:pt idx="1329">
                  <c:v>43419</c:v>
                </c:pt>
                <c:pt idx="1330">
                  <c:v>43420</c:v>
                </c:pt>
                <c:pt idx="1331">
                  <c:v>43421</c:v>
                </c:pt>
                <c:pt idx="1332">
                  <c:v>43422</c:v>
                </c:pt>
                <c:pt idx="1333">
                  <c:v>43423</c:v>
                </c:pt>
                <c:pt idx="1334">
                  <c:v>43424</c:v>
                </c:pt>
                <c:pt idx="1335">
                  <c:v>43425</c:v>
                </c:pt>
                <c:pt idx="1336">
                  <c:v>43426</c:v>
                </c:pt>
                <c:pt idx="1337">
                  <c:v>43427</c:v>
                </c:pt>
                <c:pt idx="1338">
                  <c:v>43428</c:v>
                </c:pt>
                <c:pt idx="1339">
                  <c:v>43429</c:v>
                </c:pt>
                <c:pt idx="1340">
                  <c:v>43430</c:v>
                </c:pt>
                <c:pt idx="1341">
                  <c:v>43431</c:v>
                </c:pt>
                <c:pt idx="1342">
                  <c:v>43432</c:v>
                </c:pt>
                <c:pt idx="1343">
                  <c:v>43433</c:v>
                </c:pt>
                <c:pt idx="1344">
                  <c:v>43434</c:v>
                </c:pt>
                <c:pt idx="1345">
                  <c:v>43435</c:v>
                </c:pt>
                <c:pt idx="1346">
                  <c:v>43436</c:v>
                </c:pt>
                <c:pt idx="1347">
                  <c:v>43437</c:v>
                </c:pt>
                <c:pt idx="1348">
                  <c:v>43438</c:v>
                </c:pt>
                <c:pt idx="1349">
                  <c:v>43439</c:v>
                </c:pt>
                <c:pt idx="1350">
                  <c:v>43440</c:v>
                </c:pt>
                <c:pt idx="1351">
                  <c:v>43441</c:v>
                </c:pt>
                <c:pt idx="1352">
                  <c:v>43442</c:v>
                </c:pt>
                <c:pt idx="1353">
                  <c:v>43443</c:v>
                </c:pt>
                <c:pt idx="1354">
                  <c:v>43444</c:v>
                </c:pt>
                <c:pt idx="1355">
                  <c:v>43445</c:v>
                </c:pt>
                <c:pt idx="1356">
                  <c:v>43446</c:v>
                </c:pt>
                <c:pt idx="1357">
                  <c:v>43447</c:v>
                </c:pt>
                <c:pt idx="1358">
                  <c:v>43448</c:v>
                </c:pt>
                <c:pt idx="1359">
                  <c:v>43449</c:v>
                </c:pt>
                <c:pt idx="1360">
                  <c:v>43450</c:v>
                </c:pt>
                <c:pt idx="1361">
                  <c:v>43451</c:v>
                </c:pt>
                <c:pt idx="1362">
                  <c:v>43452</c:v>
                </c:pt>
                <c:pt idx="1363">
                  <c:v>43453</c:v>
                </c:pt>
                <c:pt idx="1364">
                  <c:v>43454</c:v>
                </c:pt>
                <c:pt idx="1365">
                  <c:v>43455</c:v>
                </c:pt>
                <c:pt idx="1366">
                  <c:v>43456</c:v>
                </c:pt>
                <c:pt idx="1367">
                  <c:v>43457</c:v>
                </c:pt>
                <c:pt idx="1368">
                  <c:v>43458</c:v>
                </c:pt>
                <c:pt idx="1369">
                  <c:v>43459</c:v>
                </c:pt>
                <c:pt idx="1370">
                  <c:v>43460</c:v>
                </c:pt>
                <c:pt idx="1371">
                  <c:v>43461</c:v>
                </c:pt>
                <c:pt idx="1372">
                  <c:v>43462</c:v>
                </c:pt>
                <c:pt idx="1373">
                  <c:v>43463</c:v>
                </c:pt>
                <c:pt idx="1374">
                  <c:v>43464</c:v>
                </c:pt>
                <c:pt idx="1375">
                  <c:v>43465</c:v>
                </c:pt>
                <c:pt idx="1376">
                  <c:v>43466</c:v>
                </c:pt>
                <c:pt idx="1377">
                  <c:v>43467</c:v>
                </c:pt>
                <c:pt idx="1378">
                  <c:v>43468</c:v>
                </c:pt>
                <c:pt idx="1379">
                  <c:v>43469</c:v>
                </c:pt>
                <c:pt idx="1380">
                  <c:v>43470</c:v>
                </c:pt>
                <c:pt idx="1381">
                  <c:v>43471</c:v>
                </c:pt>
                <c:pt idx="1382">
                  <c:v>43472</c:v>
                </c:pt>
                <c:pt idx="1383">
                  <c:v>43473</c:v>
                </c:pt>
                <c:pt idx="1384">
                  <c:v>43474</c:v>
                </c:pt>
                <c:pt idx="1385">
                  <c:v>43475</c:v>
                </c:pt>
                <c:pt idx="1386">
                  <c:v>43476</c:v>
                </c:pt>
                <c:pt idx="1387">
                  <c:v>43477</c:v>
                </c:pt>
                <c:pt idx="1388">
                  <c:v>43478</c:v>
                </c:pt>
                <c:pt idx="1389">
                  <c:v>43479</c:v>
                </c:pt>
                <c:pt idx="1390">
                  <c:v>43480</c:v>
                </c:pt>
                <c:pt idx="1391">
                  <c:v>43481</c:v>
                </c:pt>
                <c:pt idx="1392">
                  <c:v>43482</c:v>
                </c:pt>
                <c:pt idx="1393">
                  <c:v>43483</c:v>
                </c:pt>
                <c:pt idx="1394">
                  <c:v>43484</c:v>
                </c:pt>
                <c:pt idx="1395">
                  <c:v>43485</c:v>
                </c:pt>
                <c:pt idx="1396">
                  <c:v>43486</c:v>
                </c:pt>
                <c:pt idx="1397">
                  <c:v>43487</c:v>
                </c:pt>
                <c:pt idx="1398">
                  <c:v>43488</c:v>
                </c:pt>
                <c:pt idx="1399">
                  <c:v>43489</c:v>
                </c:pt>
                <c:pt idx="1400">
                  <c:v>43490</c:v>
                </c:pt>
                <c:pt idx="1401">
                  <c:v>43491</c:v>
                </c:pt>
                <c:pt idx="1402">
                  <c:v>43492</c:v>
                </c:pt>
                <c:pt idx="1403">
                  <c:v>43493</c:v>
                </c:pt>
                <c:pt idx="1404">
                  <c:v>43494</c:v>
                </c:pt>
                <c:pt idx="1405">
                  <c:v>43495</c:v>
                </c:pt>
                <c:pt idx="1406">
                  <c:v>43496</c:v>
                </c:pt>
                <c:pt idx="1407">
                  <c:v>43497</c:v>
                </c:pt>
                <c:pt idx="1408">
                  <c:v>43498</c:v>
                </c:pt>
                <c:pt idx="1409">
                  <c:v>43499</c:v>
                </c:pt>
                <c:pt idx="1410">
                  <c:v>43500</c:v>
                </c:pt>
                <c:pt idx="1411">
                  <c:v>43501</c:v>
                </c:pt>
                <c:pt idx="1412">
                  <c:v>43502</c:v>
                </c:pt>
                <c:pt idx="1413">
                  <c:v>43503</c:v>
                </c:pt>
                <c:pt idx="1414">
                  <c:v>43504</c:v>
                </c:pt>
                <c:pt idx="1415">
                  <c:v>43505</c:v>
                </c:pt>
                <c:pt idx="1416">
                  <c:v>43506</c:v>
                </c:pt>
                <c:pt idx="1417">
                  <c:v>43507</c:v>
                </c:pt>
                <c:pt idx="1418">
                  <c:v>43508</c:v>
                </c:pt>
                <c:pt idx="1419">
                  <c:v>43509</c:v>
                </c:pt>
                <c:pt idx="1420">
                  <c:v>43510</c:v>
                </c:pt>
                <c:pt idx="1421">
                  <c:v>43511</c:v>
                </c:pt>
                <c:pt idx="1422">
                  <c:v>43512</c:v>
                </c:pt>
                <c:pt idx="1423">
                  <c:v>43513</c:v>
                </c:pt>
                <c:pt idx="1424">
                  <c:v>43514</c:v>
                </c:pt>
                <c:pt idx="1425">
                  <c:v>43515</c:v>
                </c:pt>
                <c:pt idx="1426">
                  <c:v>43516</c:v>
                </c:pt>
                <c:pt idx="1427">
                  <c:v>43517</c:v>
                </c:pt>
                <c:pt idx="1428">
                  <c:v>43518</c:v>
                </c:pt>
                <c:pt idx="1429">
                  <c:v>43519</c:v>
                </c:pt>
                <c:pt idx="1430">
                  <c:v>43520</c:v>
                </c:pt>
                <c:pt idx="1431">
                  <c:v>43521</c:v>
                </c:pt>
                <c:pt idx="1432">
                  <c:v>43522</c:v>
                </c:pt>
                <c:pt idx="1433">
                  <c:v>43523</c:v>
                </c:pt>
                <c:pt idx="1434">
                  <c:v>43524</c:v>
                </c:pt>
                <c:pt idx="1435">
                  <c:v>43525</c:v>
                </c:pt>
                <c:pt idx="1436">
                  <c:v>43526</c:v>
                </c:pt>
                <c:pt idx="1437">
                  <c:v>43527</c:v>
                </c:pt>
                <c:pt idx="1438">
                  <c:v>43528</c:v>
                </c:pt>
                <c:pt idx="1439">
                  <c:v>43529</c:v>
                </c:pt>
                <c:pt idx="1440">
                  <c:v>43530</c:v>
                </c:pt>
                <c:pt idx="1441">
                  <c:v>43531</c:v>
                </c:pt>
                <c:pt idx="1442">
                  <c:v>43532</c:v>
                </c:pt>
                <c:pt idx="1443">
                  <c:v>43533</c:v>
                </c:pt>
                <c:pt idx="1444">
                  <c:v>43534</c:v>
                </c:pt>
                <c:pt idx="1445">
                  <c:v>43535</c:v>
                </c:pt>
                <c:pt idx="1446">
                  <c:v>43536</c:v>
                </c:pt>
                <c:pt idx="1447">
                  <c:v>43537</c:v>
                </c:pt>
                <c:pt idx="1448">
                  <c:v>43538</c:v>
                </c:pt>
                <c:pt idx="1449">
                  <c:v>43539</c:v>
                </c:pt>
                <c:pt idx="1450">
                  <c:v>43540</c:v>
                </c:pt>
                <c:pt idx="1451">
                  <c:v>43541</c:v>
                </c:pt>
                <c:pt idx="1452">
                  <c:v>43542</c:v>
                </c:pt>
                <c:pt idx="1453">
                  <c:v>43543</c:v>
                </c:pt>
                <c:pt idx="1454">
                  <c:v>43544</c:v>
                </c:pt>
                <c:pt idx="1455">
                  <c:v>43545</c:v>
                </c:pt>
                <c:pt idx="1456">
                  <c:v>43546</c:v>
                </c:pt>
                <c:pt idx="1457">
                  <c:v>43547</c:v>
                </c:pt>
                <c:pt idx="1458">
                  <c:v>43548</c:v>
                </c:pt>
                <c:pt idx="1459">
                  <c:v>43549</c:v>
                </c:pt>
                <c:pt idx="1460">
                  <c:v>43550</c:v>
                </c:pt>
                <c:pt idx="1461">
                  <c:v>43551</c:v>
                </c:pt>
                <c:pt idx="1462">
                  <c:v>43552</c:v>
                </c:pt>
                <c:pt idx="1463">
                  <c:v>43553</c:v>
                </c:pt>
                <c:pt idx="1464">
                  <c:v>43554</c:v>
                </c:pt>
                <c:pt idx="1465">
                  <c:v>43555</c:v>
                </c:pt>
                <c:pt idx="1466">
                  <c:v>43556</c:v>
                </c:pt>
                <c:pt idx="1467">
                  <c:v>43557</c:v>
                </c:pt>
                <c:pt idx="1468">
                  <c:v>43558</c:v>
                </c:pt>
                <c:pt idx="1469">
                  <c:v>43559</c:v>
                </c:pt>
                <c:pt idx="1470">
                  <c:v>43560</c:v>
                </c:pt>
                <c:pt idx="1471">
                  <c:v>43561</c:v>
                </c:pt>
                <c:pt idx="1472">
                  <c:v>43562</c:v>
                </c:pt>
                <c:pt idx="1473">
                  <c:v>43563</c:v>
                </c:pt>
                <c:pt idx="1474">
                  <c:v>43564</c:v>
                </c:pt>
                <c:pt idx="1475">
                  <c:v>43565</c:v>
                </c:pt>
                <c:pt idx="1476">
                  <c:v>43566</c:v>
                </c:pt>
                <c:pt idx="1477">
                  <c:v>43567</c:v>
                </c:pt>
                <c:pt idx="1478">
                  <c:v>43568</c:v>
                </c:pt>
                <c:pt idx="1479">
                  <c:v>43569</c:v>
                </c:pt>
                <c:pt idx="1480">
                  <c:v>43570</c:v>
                </c:pt>
                <c:pt idx="1481">
                  <c:v>43571</c:v>
                </c:pt>
                <c:pt idx="1482">
                  <c:v>43572</c:v>
                </c:pt>
                <c:pt idx="1483">
                  <c:v>43573</c:v>
                </c:pt>
                <c:pt idx="1484">
                  <c:v>43574</c:v>
                </c:pt>
                <c:pt idx="1485">
                  <c:v>43575</c:v>
                </c:pt>
                <c:pt idx="1486">
                  <c:v>43576</c:v>
                </c:pt>
                <c:pt idx="1487">
                  <c:v>43577</c:v>
                </c:pt>
                <c:pt idx="1488">
                  <c:v>43578</c:v>
                </c:pt>
                <c:pt idx="1489">
                  <c:v>43579</c:v>
                </c:pt>
                <c:pt idx="1490">
                  <c:v>43580</c:v>
                </c:pt>
                <c:pt idx="1491">
                  <c:v>43581</c:v>
                </c:pt>
                <c:pt idx="1492">
                  <c:v>43582</c:v>
                </c:pt>
                <c:pt idx="1493">
                  <c:v>43583</c:v>
                </c:pt>
                <c:pt idx="1494">
                  <c:v>43584</c:v>
                </c:pt>
                <c:pt idx="1495">
                  <c:v>43585</c:v>
                </c:pt>
                <c:pt idx="1496">
                  <c:v>43586</c:v>
                </c:pt>
                <c:pt idx="1497">
                  <c:v>43587</c:v>
                </c:pt>
                <c:pt idx="1498">
                  <c:v>43588</c:v>
                </c:pt>
                <c:pt idx="1499">
                  <c:v>43589</c:v>
                </c:pt>
                <c:pt idx="1500">
                  <c:v>43590</c:v>
                </c:pt>
                <c:pt idx="1501">
                  <c:v>43591</c:v>
                </c:pt>
                <c:pt idx="1502">
                  <c:v>43592</c:v>
                </c:pt>
                <c:pt idx="1503">
                  <c:v>43593</c:v>
                </c:pt>
                <c:pt idx="1504">
                  <c:v>43594</c:v>
                </c:pt>
                <c:pt idx="1505">
                  <c:v>43595</c:v>
                </c:pt>
                <c:pt idx="1506">
                  <c:v>43596</c:v>
                </c:pt>
                <c:pt idx="1507">
                  <c:v>43597</c:v>
                </c:pt>
                <c:pt idx="1508">
                  <c:v>43598</c:v>
                </c:pt>
                <c:pt idx="1509">
                  <c:v>43599</c:v>
                </c:pt>
                <c:pt idx="1510">
                  <c:v>43600</c:v>
                </c:pt>
                <c:pt idx="1511">
                  <c:v>43601</c:v>
                </c:pt>
                <c:pt idx="1512">
                  <c:v>43602</c:v>
                </c:pt>
                <c:pt idx="1513">
                  <c:v>43603</c:v>
                </c:pt>
                <c:pt idx="1514">
                  <c:v>43604</c:v>
                </c:pt>
                <c:pt idx="1515">
                  <c:v>43605</c:v>
                </c:pt>
                <c:pt idx="1516">
                  <c:v>43606</c:v>
                </c:pt>
                <c:pt idx="1517">
                  <c:v>43607</c:v>
                </c:pt>
                <c:pt idx="1518">
                  <c:v>43608</c:v>
                </c:pt>
                <c:pt idx="1519">
                  <c:v>43609</c:v>
                </c:pt>
                <c:pt idx="1520">
                  <c:v>43610</c:v>
                </c:pt>
                <c:pt idx="1521">
                  <c:v>43611</c:v>
                </c:pt>
                <c:pt idx="1522">
                  <c:v>43612</c:v>
                </c:pt>
                <c:pt idx="1523">
                  <c:v>43613</c:v>
                </c:pt>
                <c:pt idx="1524">
                  <c:v>43614</c:v>
                </c:pt>
                <c:pt idx="1525">
                  <c:v>43615</c:v>
                </c:pt>
                <c:pt idx="1526">
                  <c:v>43616</c:v>
                </c:pt>
                <c:pt idx="1527">
                  <c:v>43617</c:v>
                </c:pt>
                <c:pt idx="1528">
                  <c:v>43618</c:v>
                </c:pt>
                <c:pt idx="1529">
                  <c:v>43619</c:v>
                </c:pt>
                <c:pt idx="1530">
                  <c:v>43620</c:v>
                </c:pt>
                <c:pt idx="1531">
                  <c:v>43621</c:v>
                </c:pt>
                <c:pt idx="1532">
                  <c:v>43622</c:v>
                </c:pt>
                <c:pt idx="1533">
                  <c:v>43623</c:v>
                </c:pt>
                <c:pt idx="1534">
                  <c:v>43624</c:v>
                </c:pt>
                <c:pt idx="1535">
                  <c:v>43625</c:v>
                </c:pt>
                <c:pt idx="1536">
                  <c:v>43626</c:v>
                </c:pt>
                <c:pt idx="1537">
                  <c:v>43627</c:v>
                </c:pt>
                <c:pt idx="1538">
                  <c:v>43628</c:v>
                </c:pt>
                <c:pt idx="1539">
                  <c:v>43629</c:v>
                </c:pt>
                <c:pt idx="1540">
                  <c:v>43630</c:v>
                </c:pt>
                <c:pt idx="1541">
                  <c:v>43631</c:v>
                </c:pt>
                <c:pt idx="1542">
                  <c:v>43632</c:v>
                </c:pt>
                <c:pt idx="1543">
                  <c:v>43633</c:v>
                </c:pt>
                <c:pt idx="1544">
                  <c:v>43634</c:v>
                </c:pt>
                <c:pt idx="1545">
                  <c:v>43635</c:v>
                </c:pt>
                <c:pt idx="1546">
                  <c:v>43636</c:v>
                </c:pt>
                <c:pt idx="1547">
                  <c:v>43637</c:v>
                </c:pt>
                <c:pt idx="1548">
                  <c:v>43638</c:v>
                </c:pt>
                <c:pt idx="1549">
                  <c:v>43639</c:v>
                </c:pt>
                <c:pt idx="1550">
                  <c:v>43640</c:v>
                </c:pt>
                <c:pt idx="1551">
                  <c:v>43641</c:v>
                </c:pt>
                <c:pt idx="1552">
                  <c:v>43642</c:v>
                </c:pt>
                <c:pt idx="1553">
                  <c:v>43643</c:v>
                </c:pt>
                <c:pt idx="1554">
                  <c:v>43644</c:v>
                </c:pt>
                <c:pt idx="1555">
                  <c:v>43645</c:v>
                </c:pt>
                <c:pt idx="1556">
                  <c:v>43646</c:v>
                </c:pt>
                <c:pt idx="1557">
                  <c:v>43647</c:v>
                </c:pt>
                <c:pt idx="1558">
                  <c:v>43648</c:v>
                </c:pt>
                <c:pt idx="1559">
                  <c:v>43649</c:v>
                </c:pt>
                <c:pt idx="1560">
                  <c:v>43650</c:v>
                </c:pt>
                <c:pt idx="1561">
                  <c:v>43651</c:v>
                </c:pt>
                <c:pt idx="1562">
                  <c:v>43652</c:v>
                </c:pt>
                <c:pt idx="1563">
                  <c:v>43653</c:v>
                </c:pt>
                <c:pt idx="1564">
                  <c:v>43654</c:v>
                </c:pt>
                <c:pt idx="1565">
                  <c:v>43655</c:v>
                </c:pt>
                <c:pt idx="1566">
                  <c:v>43656</c:v>
                </c:pt>
                <c:pt idx="1567">
                  <c:v>43657</c:v>
                </c:pt>
                <c:pt idx="1568">
                  <c:v>43658</c:v>
                </c:pt>
                <c:pt idx="1569">
                  <c:v>43659</c:v>
                </c:pt>
                <c:pt idx="1570">
                  <c:v>43660</c:v>
                </c:pt>
                <c:pt idx="1571">
                  <c:v>43661</c:v>
                </c:pt>
                <c:pt idx="1572">
                  <c:v>43662</c:v>
                </c:pt>
                <c:pt idx="1573">
                  <c:v>43663</c:v>
                </c:pt>
                <c:pt idx="1574">
                  <c:v>43664</c:v>
                </c:pt>
                <c:pt idx="1575">
                  <c:v>43665</c:v>
                </c:pt>
                <c:pt idx="1576">
                  <c:v>43666</c:v>
                </c:pt>
                <c:pt idx="1577">
                  <c:v>43667</c:v>
                </c:pt>
                <c:pt idx="1578">
                  <c:v>43668</c:v>
                </c:pt>
                <c:pt idx="1579">
                  <c:v>43669</c:v>
                </c:pt>
                <c:pt idx="1580">
                  <c:v>43670</c:v>
                </c:pt>
                <c:pt idx="1581">
                  <c:v>43671</c:v>
                </c:pt>
                <c:pt idx="1582">
                  <c:v>43672</c:v>
                </c:pt>
                <c:pt idx="1583">
                  <c:v>43673</c:v>
                </c:pt>
                <c:pt idx="1584">
                  <c:v>43674</c:v>
                </c:pt>
                <c:pt idx="1585">
                  <c:v>43675</c:v>
                </c:pt>
                <c:pt idx="1586">
                  <c:v>43676</c:v>
                </c:pt>
                <c:pt idx="1587">
                  <c:v>43677</c:v>
                </c:pt>
                <c:pt idx="1588">
                  <c:v>43678</c:v>
                </c:pt>
                <c:pt idx="1589">
                  <c:v>43679</c:v>
                </c:pt>
                <c:pt idx="1590">
                  <c:v>43680</c:v>
                </c:pt>
                <c:pt idx="1591">
                  <c:v>43681</c:v>
                </c:pt>
                <c:pt idx="1592">
                  <c:v>43682</c:v>
                </c:pt>
                <c:pt idx="1593">
                  <c:v>43683</c:v>
                </c:pt>
                <c:pt idx="1594">
                  <c:v>43684</c:v>
                </c:pt>
                <c:pt idx="1595">
                  <c:v>43685</c:v>
                </c:pt>
                <c:pt idx="1596">
                  <c:v>43686</c:v>
                </c:pt>
                <c:pt idx="1597">
                  <c:v>43687</c:v>
                </c:pt>
                <c:pt idx="1598">
                  <c:v>43688</c:v>
                </c:pt>
                <c:pt idx="1599">
                  <c:v>43689</c:v>
                </c:pt>
                <c:pt idx="1600">
                  <c:v>43690</c:v>
                </c:pt>
                <c:pt idx="1601">
                  <c:v>43691</c:v>
                </c:pt>
                <c:pt idx="1602">
                  <c:v>43692</c:v>
                </c:pt>
                <c:pt idx="1603">
                  <c:v>43693</c:v>
                </c:pt>
                <c:pt idx="1604">
                  <c:v>43694</c:v>
                </c:pt>
                <c:pt idx="1605">
                  <c:v>43695</c:v>
                </c:pt>
                <c:pt idx="1606">
                  <c:v>43696</c:v>
                </c:pt>
                <c:pt idx="1607">
                  <c:v>43697</c:v>
                </c:pt>
                <c:pt idx="1608">
                  <c:v>43698</c:v>
                </c:pt>
                <c:pt idx="1609">
                  <c:v>43699</c:v>
                </c:pt>
                <c:pt idx="1610">
                  <c:v>43700</c:v>
                </c:pt>
                <c:pt idx="1611">
                  <c:v>43701</c:v>
                </c:pt>
                <c:pt idx="1612">
                  <c:v>43702</c:v>
                </c:pt>
                <c:pt idx="1613">
                  <c:v>43703</c:v>
                </c:pt>
                <c:pt idx="1614">
                  <c:v>43704</c:v>
                </c:pt>
                <c:pt idx="1615">
                  <c:v>43705</c:v>
                </c:pt>
                <c:pt idx="1616">
                  <c:v>43706</c:v>
                </c:pt>
                <c:pt idx="1617">
                  <c:v>43707</c:v>
                </c:pt>
                <c:pt idx="1618">
                  <c:v>43708</c:v>
                </c:pt>
                <c:pt idx="1619">
                  <c:v>43709</c:v>
                </c:pt>
                <c:pt idx="1620">
                  <c:v>43710</c:v>
                </c:pt>
                <c:pt idx="1621">
                  <c:v>43711</c:v>
                </c:pt>
                <c:pt idx="1622">
                  <c:v>43712</c:v>
                </c:pt>
                <c:pt idx="1623">
                  <c:v>43713</c:v>
                </c:pt>
                <c:pt idx="1624">
                  <c:v>43714</c:v>
                </c:pt>
                <c:pt idx="1625">
                  <c:v>43715</c:v>
                </c:pt>
                <c:pt idx="1626">
                  <c:v>43716</c:v>
                </c:pt>
                <c:pt idx="1627">
                  <c:v>43717</c:v>
                </c:pt>
                <c:pt idx="1628">
                  <c:v>43718</c:v>
                </c:pt>
                <c:pt idx="1629">
                  <c:v>43719</c:v>
                </c:pt>
                <c:pt idx="1630">
                  <c:v>43720</c:v>
                </c:pt>
                <c:pt idx="1631">
                  <c:v>43721</c:v>
                </c:pt>
                <c:pt idx="1632">
                  <c:v>43722</c:v>
                </c:pt>
                <c:pt idx="1633">
                  <c:v>43723</c:v>
                </c:pt>
                <c:pt idx="1634">
                  <c:v>43724</c:v>
                </c:pt>
                <c:pt idx="1635">
                  <c:v>43725</c:v>
                </c:pt>
                <c:pt idx="1636">
                  <c:v>43726</c:v>
                </c:pt>
                <c:pt idx="1637">
                  <c:v>43727</c:v>
                </c:pt>
                <c:pt idx="1638">
                  <c:v>43728</c:v>
                </c:pt>
                <c:pt idx="1639">
                  <c:v>43729</c:v>
                </c:pt>
                <c:pt idx="1640">
                  <c:v>43730</c:v>
                </c:pt>
                <c:pt idx="1641">
                  <c:v>43731</c:v>
                </c:pt>
                <c:pt idx="1642">
                  <c:v>43732</c:v>
                </c:pt>
                <c:pt idx="1643">
                  <c:v>43733</c:v>
                </c:pt>
                <c:pt idx="1644">
                  <c:v>43734</c:v>
                </c:pt>
                <c:pt idx="1645">
                  <c:v>43735</c:v>
                </c:pt>
                <c:pt idx="1646">
                  <c:v>43736</c:v>
                </c:pt>
                <c:pt idx="1647">
                  <c:v>43737</c:v>
                </c:pt>
                <c:pt idx="1648">
                  <c:v>43738</c:v>
                </c:pt>
                <c:pt idx="1649">
                  <c:v>43739</c:v>
                </c:pt>
                <c:pt idx="1650">
                  <c:v>43740</c:v>
                </c:pt>
                <c:pt idx="1651">
                  <c:v>43741</c:v>
                </c:pt>
                <c:pt idx="1652">
                  <c:v>43742</c:v>
                </c:pt>
                <c:pt idx="1653">
                  <c:v>43743</c:v>
                </c:pt>
                <c:pt idx="1654">
                  <c:v>43744</c:v>
                </c:pt>
                <c:pt idx="1655">
                  <c:v>43745</c:v>
                </c:pt>
                <c:pt idx="1656">
                  <c:v>43746</c:v>
                </c:pt>
                <c:pt idx="1657">
                  <c:v>43747</c:v>
                </c:pt>
                <c:pt idx="1658">
                  <c:v>43748</c:v>
                </c:pt>
                <c:pt idx="1659">
                  <c:v>43749</c:v>
                </c:pt>
                <c:pt idx="1660">
                  <c:v>43750</c:v>
                </c:pt>
                <c:pt idx="1661">
                  <c:v>43751</c:v>
                </c:pt>
                <c:pt idx="1662">
                  <c:v>43752</c:v>
                </c:pt>
                <c:pt idx="1663">
                  <c:v>43753</c:v>
                </c:pt>
                <c:pt idx="1664">
                  <c:v>43754</c:v>
                </c:pt>
                <c:pt idx="1665">
                  <c:v>43755</c:v>
                </c:pt>
                <c:pt idx="1666">
                  <c:v>43756</c:v>
                </c:pt>
                <c:pt idx="1667">
                  <c:v>43757</c:v>
                </c:pt>
                <c:pt idx="1668">
                  <c:v>43758</c:v>
                </c:pt>
                <c:pt idx="1669">
                  <c:v>43759</c:v>
                </c:pt>
                <c:pt idx="1670">
                  <c:v>43760</c:v>
                </c:pt>
                <c:pt idx="1671">
                  <c:v>43761</c:v>
                </c:pt>
                <c:pt idx="1672">
                  <c:v>43762</c:v>
                </c:pt>
                <c:pt idx="1673">
                  <c:v>43763</c:v>
                </c:pt>
                <c:pt idx="1674">
                  <c:v>43764</c:v>
                </c:pt>
                <c:pt idx="1675">
                  <c:v>43765</c:v>
                </c:pt>
                <c:pt idx="1676">
                  <c:v>43766</c:v>
                </c:pt>
                <c:pt idx="1677">
                  <c:v>43767</c:v>
                </c:pt>
                <c:pt idx="1678">
                  <c:v>43768</c:v>
                </c:pt>
                <c:pt idx="1679">
                  <c:v>43769</c:v>
                </c:pt>
                <c:pt idx="1680">
                  <c:v>43770</c:v>
                </c:pt>
                <c:pt idx="1681">
                  <c:v>43771</c:v>
                </c:pt>
                <c:pt idx="1682">
                  <c:v>43772</c:v>
                </c:pt>
                <c:pt idx="1683">
                  <c:v>43773</c:v>
                </c:pt>
                <c:pt idx="1684">
                  <c:v>43774</c:v>
                </c:pt>
                <c:pt idx="1685">
                  <c:v>43775</c:v>
                </c:pt>
                <c:pt idx="1686">
                  <c:v>43776</c:v>
                </c:pt>
                <c:pt idx="1687">
                  <c:v>43777</c:v>
                </c:pt>
                <c:pt idx="1688">
                  <c:v>43778</c:v>
                </c:pt>
                <c:pt idx="1689">
                  <c:v>43779</c:v>
                </c:pt>
                <c:pt idx="1690">
                  <c:v>43780</c:v>
                </c:pt>
                <c:pt idx="1691">
                  <c:v>43781</c:v>
                </c:pt>
                <c:pt idx="1692">
                  <c:v>43782</c:v>
                </c:pt>
                <c:pt idx="1693">
                  <c:v>43783</c:v>
                </c:pt>
                <c:pt idx="1694">
                  <c:v>43784</c:v>
                </c:pt>
                <c:pt idx="1695">
                  <c:v>43785</c:v>
                </c:pt>
                <c:pt idx="1696">
                  <c:v>43786</c:v>
                </c:pt>
                <c:pt idx="1697">
                  <c:v>43787</c:v>
                </c:pt>
                <c:pt idx="1698">
                  <c:v>43788</c:v>
                </c:pt>
                <c:pt idx="1699">
                  <c:v>43789</c:v>
                </c:pt>
                <c:pt idx="1700">
                  <c:v>43790</c:v>
                </c:pt>
                <c:pt idx="1701">
                  <c:v>43791</c:v>
                </c:pt>
                <c:pt idx="1702">
                  <c:v>43792</c:v>
                </c:pt>
                <c:pt idx="1703">
                  <c:v>43793</c:v>
                </c:pt>
                <c:pt idx="1704">
                  <c:v>43794</c:v>
                </c:pt>
                <c:pt idx="1705">
                  <c:v>43795</c:v>
                </c:pt>
                <c:pt idx="1706">
                  <c:v>43796</c:v>
                </c:pt>
                <c:pt idx="1707">
                  <c:v>43797</c:v>
                </c:pt>
                <c:pt idx="1708">
                  <c:v>43798</c:v>
                </c:pt>
                <c:pt idx="1709">
                  <c:v>43799</c:v>
                </c:pt>
                <c:pt idx="1710">
                  <c:v>43800</c:v>
                </c:pt>
                <c:pt idx="1711">
                  <c:v>43801</c:v>
                </c:pt>
                <c:pt idx="1712">
                  <c:v>43802</c:v>
                </c:pt>
                <c:pt idx="1713">
                  <c:v>43803</c:v>
                </c:pt>
                <c:pt idx="1714">
                  <c:v>43804</c:v>
                </c:pt>
                <c:pt idx="1715">
                  <c:v>43805</c:v>
                </c:pt>
                <c:pt idx="1716">
                  <c:v>43806</c:v>
                </c:pt>
                <c:pt idx="1717">
                  <c:v>43807</c:v>
                </c:pt>
                <c:pt idx="1718">
                  <c:v>43808</c:v>
                </c:pt>
                <c:pt idx="1719">
                  <c:v>43809</c:v>
                </c:pt>
                <c:pt idx="1720">
                  <c:v>43810</c:v>
                </c:pt>
                <c:pt idx="1721">
                  <c:v>43811</c:v>
                </c:pt>
                <c:pt idx="1722">
                  <c:v>43812</c:v>
                </c:pt>
                <c:pt idx="1723">
                  <c:v>43813</c:v>
                </c:pt>
                <c:pt idx="1724">
                  <c:v>43814</c:v>
                </c:pt>
                <c:pt idx="1725">
                  <c:v>43815</c:v>
                </c:pt>
                <c:pt idx="1726">
                  <c:v>43816</c:v>
                </c:pt>
                <c:pt idx="1727">
                  <c:v>43817</c:v>
                </c:pt>
                <c:pt idx="1728">
                  <c:v>43818</c:v>
                </c:pt>
                <c:pt idx="1729">
                  <c:v>43819</c:v>
                </c:pt>
                <c:pt idx="1730">
                  <c:v>43820</c:v>
                </c:pt>
                <c:pt idx="1731">
                  <c:v>43821</c:v>
                </c:pt>
                <c:pt idx="1732">
                  <c:v>43822</c:v>
                </c:pt>
                <c:pt idx="1733">
                  <c:v>43823</c:v>
                </c:pt>
                <c:pt idx="1734">
                  <c:v>43824</c:v>
                </c:pt>
                <c:pt idx="1735">
                  <c:v>43825</c:v>
                </c:pt>
                <c:pt idx="1736">
                  <c:v>43826</c:v>
                </c:pt>
                <c:pt idx="1737">
                  <c:v>43827</c:v>
                </c:pt>
                <c:pt idx="1738">
                  <c:v>43828</c:v>
                </c:pt>
                <c:pt idx="1739">
                  <c:v>43829</c:v>
                </c:pt>
                <c:pt idx="1740">
                  <c:v>43830</c:v>
                </c:pt>
                <c:pt idx="1741">
                  <c:v>43831</c:v>
                </c:pt>
              </c:numCache>
            </c:numRef>
          </c:xVal>
          <c:yVal>
            <c:numRef>
              <c:f>'it 10000'!$B$2:$B$1743</c:f>
              <c:numCache>
                <c:formatCode>General</c:formatCode>
                <c:ptCount val="1742"/>
                <c:pt idx="1">
                  <c:v>2270</c:v>
                </c:pt>
                <c:pt idx="2">
                  <c:v>2110</c:v>
                </c:pt>
                <c:pt idx="3">
                  <c:v>2050</c:v>
                </c:pt>
                <c:pt idx="4">
                  <c:v>1900</c:v>
                </c:pt>
                <c:pt idx="5">
                  <c:v>1820</c:v>
                </c:pt>
                <c:pt idx="6">
                  <c:v>2210</c:v>
                </c:pt>
                <c:pt idx="7">
                  <c:v>2370</c:v>
                </c:pt>
                <c:pt idx="8">
                  <c:v>2270</c:v>
                </c:pt>
                <c:pt idx="9">
                  <c:v>2290</c:v>
                </c:pt>
                <c:pt idx="10">
                  <c:v>2210</c:v>
                </c:pt>
                <c:pt idx="11">
                  <c:v>2150</c:v>
                </c:pt>
                <c:pt idx="12">
                  <c:v>2150</c:v>
                </c:pt>
                <c:pt idx="13">
                  <c:v>2510</c:v>
                </c:pt>
                <c:pt idx="14">
                  <c:v>3290</c:v>
                </c:pt>
                <c:pt idx="15">
                  <c:v>6120</c:v>
                </c:pt>
                <c:pt idx="16">
                  <c:v>6460</c:v>
                </c:pt>
                <c:pt idx="17">
                  <c:v>5770</c:v>
                </c:pt>
                <c:pt idx="18">
                  <c:v>4830</c:v>
                </c:pt>
                <c:pt idx="19">
                  <c:v>4080</c:v>
                </c:pt>
                <c:pt idx="20">
                  <c:v>3820</c:v>
                </c:pt>
                <c:pt idx="21">
                  <c:v>4100</c:v>
                </c:pt>
                <c:pt idx="22">
                  <c:v>3610</c:v>
                </c:pt>
                <c:pt idx="23">
                  <c:v>3250</c:v>
                </c:pt>
                <c:pt idx="24">
                  <c:v>3200</c:v>
                </c:pt>
                <c:pt idx="25">
                  <c:v>2980</c:v>
                </c:pt>
                <c:pt idx="26">
                  <c:v>3130</c:v>
                </c:pt>
                <c:pt idx="27">
                  <c:v>3380</c:v>
                </c:pt>
                <c:pt idx="28">
                  <c:v>3200</c:v>
                </c:pt>
                <c:pt idx="29">
                  <c:v>2950</c:v>
                </c:pt>
                <c:pt idx="30">
                  <c:v>2890</c:v>
                </c:pt>
                <c:pt idx="31">
                  <c:v>2410</c:v>
                </c:pt>
                <c:pt idx="32">
                  <c:v>2330</c:v>
                </c:pt>
                <c:pt idx="33">
                  <c:v>2310</c:v>
                </c:pt>
                <c:pt idx="34">
                  <c:v>2190</c:v>
                </c:pt>
                <c:pt idx="35">
                  <c:v>2140</c:v>
                </c:pt>
                <c:pt idx="36">
                  <c:v>2050</c:v>
                </c:pt>
                <c:pt idx="37">
                  <c:v>2070</c:v>
                </c:pt>
                <c:pt idx="38">
                  <c:v>1950</c:v>
                </c:pt>
                <c:pt idx="39">
                  <c:v>1900</c:v>
                </c:pt>
                <c:pt idx="40">
                  <c:v>1950</c:v>
                </c:pt>
                <c:pt idx="41">
                  <c:v>1980</c:v>
                </c:pt>
                <c:pt idx="42">
                  <c:v>1810</c:v>
                </c:pt>
                <c:pt idx="43">
                  <c:v>1700</c:v>
                </c:pt>
                <c:pt idx="44">
                  <c:v>1990</c:v>
                </c:pt>
                <c:pt idx="45">
                  <c:v>3260</c:v>
                </c:pt>
                <c:pt idx="46">
                  <c:v>4010</c:v>
                </c:pt>
                <c:pt idx="47">
                  <c:v>4000</c:v>
                </c:pt>
                <c:pt idx="48">
                  <c:v>4100</c:v>
                </c:pt>
                <c:pt idx="49">
                  <c:v>3790</c:v>
                </c:pt>
                <c:pt idx="50">
                  <c:v>3330</c:v>
                </c:pt>
                <c:pt idx="51">
                  <c:v>3170</c:v>
                </c:pt>
                <c:pt idx="52">
                  <c:v>3300</c:v>
                </c:pt>
                <c:pt idx="53">
                  <c:v>3280</c:v>
                </c:pt>
                <c:pt idx="54">
                  <c:v>2920</c:v>
                </c:pt>
                <c:pt idx="55">
                  <c:v>2430</c:v>
                </c:pt>
                <c:pt idx="56">
                  <c:v>2300</c:v>
                </c:pt>
                <c:pt idx="57">
                  <c:v>2250</c:v>
                </c:pt>
                <c:pt idx="58">
                  <c:v>1970</c:v>
                </c:pt>
                <c:pt idx="59">
                  <c:v>1990</c:v>
                </c:pt>
                <c:pt idx="60">
                  <c:v>1830</c:v>
                </c:pt>
                <c:pt idx="61">
                  <c:v>1780</c:v>
                </c:pt>
                <c:pt idx="62">
                  <c:v>2530</c:v>
                </c:pt>
                <c:pt idx="63">
                  <c:v>2580</c:v>
                </c:pt>
                <c:pt idx="64">
                  <c:v>2500</c:v>
                </c:pt>
                <c:pt idx="65">
                  <c:v>2690</c:v>
                </c:pt>
                <c:pt idx="66">
                  <c:v>3240</c:v>
                </c:pt>
                <c:pt idx="67">
                  <c:v>3200</c:v>
                </c:pt>
                <c:pt idx="68">
                  <c:v>2810</c:v>
                </c:pt>
                <c:pt idx="69">
                  <c:v>2400</c:v>
                </c:pt>
                <c:pt idx="70">
                  <c:v>1960</c:v>
                </c:pt>
                <c:pt idx="71">
                  <c:v>2060</c:v>
                </c:pt>
                <c:pt idx="72">
                  <c:v>2070</c:v>
                </c:pt>
                <c:pt idx="73">
                  <c:v>2030</c:v>
                </c:pt>
                <c:pt idx="74">
                  <c:v>1770</c:v>
                </c:pt>
                <c:pt idx="75">
                  <c:v>1620</c:v>
                </c:pt>
                <c:pt idx="76">
                  <c:v>1650</c:v>
                </c:pt>
                <c:pt idx="77">
                  <c:v>1790</c:v>
                </c:pt>
                <c:pt idx="78">
                  <c:v>2530</c:v>
                </c:pt>
                <c:pt idx="79">
                  <c:v>3500</c:v>
                </c:pt>
                <c:pt idx="80">
                  <c:v>3520</c:v>
                </c:pt>
                <c:pt idx="81">
                  <c:v>5210</c:v>
                </c:pt>
                <c:pt idx="82">
                  <c:v>4910</c:v>
                </c:pt>
                <c:pt idx="83">
                  <c:v>4030</c:v>
                </c:pt>
                <c:pt idx="84">
                  <c:v>3520</c:v>
                </c:pt>
                <c:pt idx="85">
                  <c:v>3160</c:v>
                </c:pt>
                <c:pt idx="86">
                  <c:v>2730</c:v>
                </c:pt>
                <c:pt idx="87">
                  <c:v>2460</c:v>
                </c:pt>
                <c:pt idx="88">
                  <c:v>2210</c:v>
                </c:pt>
                <c:pt idx="89">
                  <c:v>2130</c:v>
                </c:pt>
                <c:pt idx="90">
                  <c:v>1950</c:v>
                </c:pt>
                <c:pt idx="91">
                  <c:v>2150</c:v>
                </c:pt>
                <c:pt idx="92">
                  <c:v>2300</c:v>
                </c:pt>
                <c:pt idx="93">
                  <c:v>1940</c:v>
                </c:pt>
                <c:pt idx="94">
                  <c:v>1750</c:v>
                </c:pt>
                <c:pt idx="95">
                  <c:v>1720</c:v>
                </c:pt>
                <c:pt idx="96">
                  <c:v>1660</c:v>
                </c:pt>
                <c:pt idx="97">
                  <c:v>1650</c:v>
                </c:pt>
                <c:pt idx="98">
                  <c:v>1640</c:v>
                </c:pt>
                <c:pt idx="99">
                  <c:v>1620</c:v>
                </c:pt>
                <c:pt idx="100">
                  <c:v>1530</c:v>
                </c:pt>
                <c:pt idx="101">
                  <c:v>1530</c:v>
                </c:pt>
                <c:pt idx="102">
                  <c:v>1480</c:v>
                </c:pt>
                <c:pt idx="103">
                  <c:v>1720</c:v>
                </c:pt>
                <c:pt idx="104">
                  <c:v>1700</c:v>
                </c:pt>
                <c:pt idx="105">
                  <c:v>1720</c:v>
                </c:pt>
                <c:pt idx="106">
                  <c:v>1600</c:v>
                </c:pt>
                <c:pt idx="107">
                  <c:v>1330</c:v>
                </c:pt>
                <c:pt idx="108">
                  <c:v>1310</c:v>
                </c:pt>
                <c:pt idx="109">
                  <c:v>1500</c:v>
                </c:pt>
                <c:pt idx="110">
                  <c:v>1980</c:v>
                </c:pt>
                <c:pt idx="111">
                  <c:v>1870</c:v>
                </c:pt>
                <c:pt idx="112">
                  <c:v>1480</c:v>
                </c:pt>
                <c:pt idx="113">
                  <c:v>1560</c:v>
                </c:pt>
                <c:pt idx="114">
                  <c:v>1580</c:v>
                </c:pt>
                <c:pt idx="115">
                  <c:v>1630</c:v>
                </c:pt>
                <c:pt idx="116">
                  <c:v>1680</c:v>
                </c:pt>
                <c:pt idx="117">
                  <c:v>1440</c:v>
                </c:pt>
                <c:pt idx="118">
                  <c:v>1220</c:v>
                </c:pt>
                <c:pt idx="119">
                  <c:v>1190</c:v>
                </c:pt>
                <c:pt idx="120">
                  <c:v>1350</c:v>
                </c:pt>
                <c:pt idx="121">
                  <c:v>1260</c:v>
                </c:pt>
                <c:pt idx="122">
                  <c:v>1240</c:v>
                </c:pt>
                <c:pt idx="123">
                  <c:v>1230</c:v>
                </c:pt>
                <c:pt idx="124">
                  <c:v>1150</c:v>
                </c:pt>
                <c:pt idx="125">
                  <c:v>1080</c:v>
                </c:pt>
                <c:pt idx="126">
                  <c:v>997</c:v>
                </c:pt>
                <c:pt idx="127">
                  <c:v>1080</c:v>
                </c:pt>
                <c:pt idx="128">
                  <c:v>1040</c:v>
                </c:pt>
                <c:pt idx="129">
                  <c:v>1040</c:v>
                </c:pt>
                <c:pt idx="130">
                  <c:v>1190</c:v>
                </c:pt>
                <c:pt idx="131">
                  <c:v>1280</c:v>
                </c:pt>
                <c:pt idx="132">
                  <c:v>1210</c:v>
                </c:pt>
                <c:pt idx="133">
                  <c:v>1050</c:v>
                </c:pt>
                <c:pt idx="134">
                  <c:v>1070</c:v>
                </c:pt>
                <c:pt idx="135">
                  <c:v>1050</c:v>
                </c:pt>
                <c:pt idx="136">
                  <c:v>1100</c:v>
                </c:pt>
                <c:pt idx="137">
                  <c:v>1200</c:v>
                </c:pt>
                <c:pt idx="138">
                  <c:v>1270</c:v>
                </c:pt>
                <c:pt idx="139">
                  <c:v>1230</c:v>
                </c:pt>
                <c:pt idx="140">
                  <c:v>1140</c:v>
                </c:pt>
                <c:pt idx="141">
                  <c:v>1090</c:v>
                </c:pt>
                <c:pt idx="142">
                  <c:v>1100</c:v>
                </c:pt>
                <c:pt idx="143">
                  <c:v>1110</c:v>
                </c:pt>
                <c:pt idx="144">
                  <c:v>1370</c:v>
                </c:pt>
                <c:pt idx="145">
                  <c:v>1560</c:v>
                </c:pt>
                <c:pt idx="146">
                  <c:v>1510</c:v>
                </c:pt>
                <c:pt idx="147">
                  <c:v>1350</c:v>
                </c:pt>
                <c:pt idx="148">
                  <c:v>1130</c:v>
                </c:pt>
                <c:pt idx="149">
                  <c:v>1120</c:v>
                </c:pt>
                <c:pt idx="150">
                  <c:v>1120</c:v>
                </c:pt>
                <c:pt idx="151">
                  <c:v>1320</c:v>
                </c:pt>
                <c:pt idx="152">
                  <c:v>1550</c:v>
                </c:pt>
                <c:pt idx="153">
                  <c:v>1250</c:v>
                </c:pt>
                <c:pt idx="154">
                  <c:v>1060</c:v>
                </c:pt>
                <c:pt idx="155">
                  <c:v>1100</c:v>
                </c:pt>
                <c:pt idx="156">
                  <c:v>1120</c:v>
                </c:pt>
                <c:pt idx="157">
                  <c:v>1130</c:v>
                </c:pt>
                <c:pt idx="158">
                  <c:v>1140</c:v>
                </c:pt>
                <c:pt idx="159">
                  <c:v>1140</c:v>
                </c:pt>
                <c:pt idx="160">
                  <c:v>1260</c:v>
                </c:pt>
                <c:pt idx="161">
                  <c:v>1550</c:v>
                </c:pt>
                <c:pt idx="162">
                  <c:v>1680</c:v>
                </c:pt>
                <c:pt idx="163">
                  <c:v>1650</c:v>
                </c:pt>
                <c:pt idx="164">
                  <c:v>1660</c:v>
                </c:pt>
                <c:pt idx="165">
                  <c:v>1630</c:v>
                </c:pt>
                <c:pt idx="166">
                  <c:v>1630</c:v>
                </c:pt>
                <c:pt idx="167">
                  <c:v>1870</c:v>
                </c:pt>
                <c:pt idx="168">
                  <c:v>2470</c:v>
                </c:pt>
                <c:pt idx="169">
                  <c:v>2540</c:v>
                </c:pt>
                <c:pt idx="170">
                  <c:v>2210</c:v>
                </c:pt>
                <c:pt idx="171">
                  <c:v>1960</c:v>
                </c:pt>
                <c:pt idx="172">
                  <c:v>1640</c:v>
                </c:pt>
                <c:pt idx="173">
                  <c:v>1430</c:v>
                </c:pt>
                <c:pt idx="174">
                  <c:v>1370</c:v>
                </c:pt>
                <c:pt idx="175">
                  <c:v>1370</c:v>
                </c:pt>
                <c:pt idx="176">
                  <c:v>1370</c:v>
                </c:pt>
                <c:pt idx="177">
                  <c:v>1410</c:v>
                </c:pt>
                <c:pt idx="178">
                  <c:v>1470</c:v>
                </c:pt>
                <c:pt idx="179">
                  <c:v>1500</c:v>
                </c:pt>
                <c:pt idx="180">
                  <c:v>1510</c:v>
                </c:pt>
                <c:pt idx="181">
                  <c:v>1500</c:v>
                </c:pt>
                <c:pt idx="182">
                  <c:v>1360</c:v>
                </c:pt>
                <c:pt idx="183">
                  <c:v>1140</c:v>
                </c:pt>
                <c:pt idx="184">
                  <c:v>1120</c:v>
                </c:pt>
                <c:pt idx="185">
                  <c:v>1120</c:v>
                </c:pt>
                <c:pt idx="186">
                  <c:v>1120</c:v>
                </c:pt>
                <c:pt idx="187">
                  <c:v>1480</c:v>
                </c:pt>
                <c:pt idx="188">
                  <c:v>1790</c:v>
                </c:pt>
                <c:pt idx="189">
                  <c:v>1510</c:v>
                </c:pt>
                <c:pt idx="190">
                  <c:v>1120</c:v>
                </c:pt>
                <c:pt idx="191">
                  <c:v>1040</c:v>
                </c:pt>
                <c:pt idx="192">
                  <c:v>1080</c:v>
                </c:pt>
                <c:pt idx="193">
                  <c:v>1410</c:v>
                </c:pt>
                <c:pt idx="194">
                  <c:v>1360</c:v>
                </c:pt>
                <c:pt idx="195">
                  <c:v>1370</c:v>
                </c:pt>
                <c:pt idx="196">
                  <c:v>1300</c:v>
                </c:pt>
                <c:pt idx="197">
                  <c:v>1490</c:v>
                </c:pt>
                <c:pt idx="198">
                  <c:v>1450</c:v>
                </c:pt>
                <c:pt idx="199">
                  <c:v>1420</c:v>
                </c:pt>
                <c:pt idx="200">
                  <c:v>1360</c:v>
                </c:pt>
                <c:pt idx="201">
                  <c:v>1180</c:v>
                </c:pt>
                <c:pt idx="202">
                  <c:v>1030</c:v>
                </c:pt>
                <c:pt idx="203">
                  <c:v>1230</c:v>
                </c:pt>
                <c:pt idx="204">
                  <c:v>1270</c:v>
                </c:pt>
                <c:pt idx="205">
                  <c:v>1170</c:v>
                </c:pt>
                <c:pt idx="206">
                  <c:v>1140</c:v>
                </c:pt>
                <c:pt idx="207">
                  <c:v>1290</c:v>
                </c:pt>
                <c:pt idx="208">
                  <c:v>1340</c:v>
                </c:pt>
                <c:pt idx="209">
                  <c:v>1220</c:v>
                </c:pt>
                <c:pt idx="210">
                  <c:v>1150</c:v>
                </c:pt>
                <c:pt idx="211">
                  <c:v>1230</c:v>
                </c:pt>
                <c:pt idx="212">
                  <c:v>1390</c:v>
                </c:pt>
                <c:pt idx="213">
                  <c:v>1390</c:v>
                </c:pt>
                <c:pt idx="214">
                  <c:v>1280</c:v>
                </c:pt>
                <c:pt idx="215">
                  <c:v>1200</c:v>
                </c:pt>
                <c:pt idx="216">
                  <c:v>1550</c:v>
                </c:pt>
                <c:pt idx="217">
                  <c:v>1770</c:v>
                </c:pt>
                <c:pt idx="218">
                  <c:v>1810</c:v>
                </c:pt>
                <c:pt idx="219">
                  <c:v>1600</c:v>
                </c:pt>
                <c:pt idx="220">
                  <c:v>1870</c:v>
                </c:pt>
                <c:pt idx="221">
                  <c:v>1890</c:v>
                </c:pt>
                <c:pt idx="222">
                  <c:v>1750</c:v>
                </c:pt>
                <c:pt idx="223">
                  <c:v>1650</c:v>
                </c:pt>
                <c:pt idx="224">
                  <c:v>1620</c:v>
                </c:pt>
                <c:pt idx="225">
                  <c:v>1920</c:v>
                </c:pt>
                <c:pt idx="226">
                  <c:v>2040</c:v>
                </c:pt>
                <c:pt idx="227">
                  <c:v>1790</c:v>
                </c:pt>
                <c:pt idx="228">
                  <c:v>1540</c:v>
                </c:pt>
                <c:pt idx="229">
                  <c:v>1530</c:v>
                </c:pt>
                <c:pt idx="230">
                  <c:v>1520</c:v>
                </c:pt>
                <c:pt idx="231">
                  <c:v>1690</c:v>
                </c:pt>
                <c:pt idx="232">
                  <c:v>2040</c:v>
                </c:pt>
                <c:pt idx="233">
                  <c:v>2080</c:v>
                </c:pt>
                <c:pt idx="234">
                  <c:v>1750</c:v>
                </c:pt>
                <c:pt idx="235">
                  <c:v>1720</c:v>
                </c:pt>
                <c:pt idx="236">
                  <c:v>1680</c:v>
                </c:pt>
                <c:pt idx="237">
                  <c:v>1710</c:v>
                </c:pt>
                <c:pt idx="238">
                  <c:v>1740</c:v>
                </c:pt>
                <c:pt idx="239">
                  <c:v>1650</c:v>
                </c:pt>
                <c:pt idx="240">
                  <c:v>1680</c:v>
                </c:pt>
                <c:pt idx="241">
                  <c:v>1610</c:v>
                </c:pt>
                <c:pt idx="242">
                  <c:v>1570</c:v>
                </c:pt>
                <c:pt idx="243">
                  <c:v>1520</c:v>
                </c:pt>
                <c:pt idx="244">
                  <c:v>1490</c:v>
                </c:pt>
                <c:pt idx="245">
                  <c:v>1720</c:v>
                </c:pt>
                <c:pt idx="246">
                  <c:v>3470</c:v>
                </c:pt>
                <c:pt idx="247">
                  <c:v>4620</c:v>
                </c:pt>
                <c:pt idx="248">
                  <c:v>3790</c:v>
                </c:pt>
                <c:pt idx="249">
                  <c:v>3300</c:v>
                </c:pt>
                <c:pt idx="250">
                  <c:v>3020</c:v>
                </c:pt>
                <c:pt idx="251">
                  <c:v>3010</c:v>
                </c:pt>
                <c:pt idx="252">
                  <c:v>2860</c:v>
                </c:pt>
                <c:pt idx="253">
                  <c:v>2660</c:v>
                </c:pt>
                <c:pt idx="254">
                  <c:v>2440</c:v>
                </c:pt>
                <c:pt idx="255">
                  <c:v>2320</c:v>
                </c:pt>
                <c:pt idx="256">
                  <c:v>2200</c:v>
                </c:pt>
                <c:pt idx="257">
                  <c:v>2100</c:v>
                </c:pt>
                <c:pt idx="258">
                  <c:v>2120</c:v>
                </c:pt>
                <c:pt idx="259">
                  <c:v>2070</c:v>
                </c:pt>
                <c:pt idx="260">
                  <c:v>2030</c:v>
                </c:pt>
                <c:pt idx="261">
                  <c:v>1920</c:v>
                </c:pt>
                <c:pt idx="262">
                  <c:v>2040</c:v>
                </c:pt>
                <c:pt idx="263">
                  <c:v>3260</c:v>
                </c:pt>
                <c:pt idx="264">
                  <c:v>4310</c:v>
                </c:pt>
                <c:pt idx="265">
                  <c:v>4050</c:v>
                </c:pt>
                <c:pt idx="266">
                  <c:v>3640</c:v>
                </c:pt>
                <c:pt idx="267">
                  <c:v>3450</c:v>
                </c:pt>
                <c:pt idx="268">
                  <c:v>3090</c:v>
                </c:pt>
                <c:pt idx="269">
                  <c:v>2810</c:v>
                </c:pt>
                <c:pt idx="270">
                  <c:v>2780</c:v>
                </c:pt>
                <c:pt idx="271">
                  <c:v>3030</c:v>
                </c:pt>
                <c:pt idx="272">
                  <c:v>3090</c:v>
                </c:pt>
                <c:pt idx="273">
                  <c:v>3280</c:v>
                </c:pt>
                <c:pt idx="274">
                  <c:v>3330</c:v>
                </c:pt>
                <c:pt idx="275">
                  <c:v>3060</c:v>
                </c:pt>
                <c:pt idx="276">
                  <c:v>3260</c:v>
                </c:pt>
                <c:pt idx="277">
                  <c:v>3530</c:v>
                </c:pt>
                <c:pt idx="278">
                  <c:v>3400</c:v>
                </c:pt>
                <c:pt idx="279">
                  <c:v>3240</c:v>
                </c:pt>
                <c:pt idx="280">
                  <c:v>3010</c:v>
                </c:pt>
                <c:pt idx="281">
                  <c:v>2890</c:v>
                </c:pt>
                <c:pt idx="282">
                  <c:v>2840</c:v>
                </c:pt>
                <c:pt idx="283">
                  <c:v>2840</c:v>
                </c:pt>
                <c:pt idx="284">
                  <c:v>2720</c:v>
                </c:pt>
                <c:pt idx="285">
                  <c:v>2100</c:v>
                </c:pt>
                <c:pt idx="286">
                  <c:v>1950</c:v>
                </c:pt>
                <c:pt idx="287">
                  <c:v>2180</c:v>
                </c:pt>
                <c:pt idx="288">
                  <c:v>2620</c:v>
                </c:pt>
                <c:pt idx="289">
                  <c:v>2780</c:v>
                </c:pt>
                <c:pt idx="290">
                  <c:v>3330</c:v>
                </c:pt>
                <c:pt idx="291">
                  <c:v>3120</c:v>
                </c:pt>
                <c:pt idx="292">
                  <c:v>2600</c:v>
                </c:pt>
                <c:pt idx="293">
                  <c:v>2640</c:v>
                </c:pt>
                <c:pt idx="294">
                  <c:v>2620</c:v>
                </c:pt>
                <c:pt idx="295">
                  <c:v>2810</c:v>
                </c:pt>
                <c:pt idx="296">
                  <c:v>2970</c:v>
                </c:pt>
                <c:pt idx="297">
                  <c:v>2650</c:v>
                </c:pt>
                <c:pt idx="298">
                  <c:v>2160</c:v>
                </c:pt>
                <c:pt idx="299">
                  <c:v>1990</c:v>
                </c:pt>
                <c:pt idx="300">
                  <c:v>2060</c:v>
                </c:pt>
                <c:pt idx="301">
                  <c:v>2290</c:v>
                </c:pt>
                <c:pt idx="302">
                  <c:v>2400</c:v>
                </c:pt>
                <c:pt idx="303">
                  <c:v>2380</c:v>
                </c:pt>
                <c:pt idx="304">
                  <c:v>2440</c:v>
                </c:pt>
                <c:pt idx="305">
                  <c:v>2440</c:v>
                </c:pt>
                <c:pt idx="306">
                  <c:v>2590</c:v>
                </c:pt>
                <c:pt idx="307">
                  <c:v>2700</c:v>
                </c:pt>
                <c:pt idx="308">
                  <c:v>2640</c:v>
                </c:pt>
                <c:pt idx="309">
                  <c:v>2400</c:v>
                </c:pt>
                <c:pt idx="310">
                  <c:v>2190</c:v>
                </c:pt>
                <c:pt idx="311">
                  <c:v>2370</c:v>
                </c:pt>
                <c:pt idx="312">
                  <c:v>2600</c:v>
                </c:pt>
                <c:pt idx="313">
                  <c:v>2790</c:v>
                </c:pt>
                <c:pt idx="314">
                  <c:v>3360</c:v>
                </c:pt>
                <c:pt idx="315">
                  <c:v>3720</c:v>
                </c:pt>
                <c:pt idx="316">
                  <c:v>3840</c:v>
                </c:pt>
                <c:pt idx="317">
                  <c:v>3770</c:v>
                </c:pt>
                <c:pt idx="318">
                  <c:v>3610</c:v>
                </c:pt>
                <c:pt idx="319">
                  <c:v>3540</c:v>
                </c:pt>
                <c:pt idx="320">
                  <c:v>3380</c:v>
                </c:pt>
                <c:pt idx="321">
                  <c:v>3000</c:v>
                </c:pt>
                <c:pt idx="322">
                  <c:v>2400</c:v>
                </c:pt>
                <c:pt idx="323">
                  <c:v>2070</c:v>
                </c:pt>
                <c:pt idx="324">
                  <c:v>2020</c:v>
                </c:pt>
                <c:pt idx="325">
                  <c:v>1830</c:v>
                </c:pt>
                <c:pt idx="326">
                  <c:v>1990</c:v>
                </c:pt>
                <c:pt idx="327">
                  <c:v>2190</c:v>
                </c:pt>
                <c:pt idx="328">
                  <c:v>2300</c:v>
                </c:pt>
                <c:pt idx="329">
                  <c:v>2280</c:v>
                </c:pt>
                <c:pt idx="330">
                  <c:v>2300</c:v>
                </c:pt>
                <c:pt idx="331">
                  <c:v>3090</c:v>
                </c:pt>
                <c:pt idx="332">
                  <c:v>3790</c:v>
                </c:pt>
                <c:pt idx="333">
                  <c:v>3990</c:v>
                </c:pt>
                <c:pt idx="334">
                  <c:v>3790</c:v>
                </c:pt>
                <c:pt idx="335">
                  <c:v>3750</c:v>
                </c:pt>
                <c:pt idx="336">
                  <c:v>3710</c:v>
                </c:pt>
                <c:pt idx="337">
                  <c:v>3520</c:v>
                </c:pt>
                <c:pt idx="338">
                  <c:v>3420</c:v>
                </c:pt>
                <c:pt idx="339">
                  <c:v>3320</c:v>
                </c:pt>
                <c:pt idx="340">
                  <c:v>3390</c:v>
                </c:pt>
                <c:pt idx="341">
                  <c:v>3460</c:v>
                </c:pt>
                <c:pt idx="342">
                  <c:v>3150</c:v>
                </c:pt>
                <c:pt idx="343">
                  <c:v>2790</c:v>
                </c:pt>
                <c:pt idx="344">
                  <c:v>2460</c:v>
                </c:pt>
                <c:pt idx="345">
                  <c:v>3030</c:v>
                </c:pt>
                <c:pt idx="346">
                  <c:v>2860</c:v>
                </c:pt>
                <c:pt idx="347">
                  <c:v>2960</c:v>
                </c:pt>
                <c:pt idx="348">
                  <c:v>3370</c:v>
                </c:pt>
                <c:pt idx="349">
                  <c:v>3870</c:v>
                </c:pt>
                <c:pt idx="350">
                  <c:v>4130</c:v>
                </c:pt>
                <c:pt idx="351">
                  <c:v>4280</c:v>
                </c:pt>
                <c:pt idx="352">
                  <c:v>4210</c:v>
                </c:pt>
                <c:pt idx="353">
                  <c:v>4160</c:v>
                </c:pt>
                <c:pt idx="354">
                  <c:v>4230</c:v>
                </c:pt>
                <c:pt idx="355">
                  <c:v>4250</c:v>
                </c:pt>
                <c:pt idx="356">
                  <c:v>4510</c:v>
                </c:pt>
                <c:pt idx="357">
                  <c:v>4880</c:v>
                </c:pt>
                <c:pt idx="358">
                  <c:v>4690</c:v>
                </c:pt>
                <c:pt idx="359">
                  <c:v>4350</c:v>
                </c:pt>
                <c:pt idx="360">
                  <c:v>4260</c:v>
                </c:pt>
                <c:pt idx="361">
                  <c:v>4020</c:v>
                </c:pt>
                <c:pt idx="362">
                  <c:v>3640</c:v>
                </c:pt>
                <c:pt idx="363">
                  <c:v>3370</c:v>
                </c:pt>
                <c:pt idx="364">
                  <c:v>3480</c:v>
                </c:pt>
                <c:pt idx="365">
                  <c:v>3800</c:v>
                </c:pt>
                <c:pt idx="366">
                  <c:v>4050</c:v>
                </c:pt>
                <c:pt idx="367">
                  <c:v>4240</c:v>
                </c:pt>
                <c:pt idx="368">
                  <c:v>4510</c:v>
                </c:pt>
                <c:pt idx="369">
                  <c:v>4840</c:v>
                </c:pt>
                <c:pt idx="370">
                  <c:v>5160</c:v>
                </c:pt>
                <c:pt idx="371">
                  <c:v>6220</c:v>
                </c:pt>
                <c:pt idx="372">
                  <c:v>8480</c:v>
                </c:pt>
                <c:pt idx="373">
                  <c:v>8800</c:v>
                </c:pt>
                <c:pt idx="374">
                  <c:v>8850</c:v>
                </c:pt>
                <c:pt idx="375">
                  <c:v>7860</c:v>
                </c:pt>
                <c:pt idx="376">
                  <c:v>6570</c:v>
                </c:pt>
                <c:pt idx="377">
                  <c:v>5920</c:v>
                </c:pt>
                <c:pt idx="378">
                  <c:v>5870</c:v>
                </c:pt>
                <c:pt idx="379">
                  <c:v>5610</c:v>
                </c:pt>
                <c:pt idx="380">
                  <c:v>5220</c:v>
                </c:pt>
                <c:pt idx="381">
                  <c:v>5070</c:v>
                </c:pt>
                <c:pt idx="382">
                  <c:v>4840</c:v>
                </c:pt>
                <c:pt idx="383">
                  <c:v>4270</c:v>
                </c:pt>
                <c:pt idx="384">
                  <c:v>3960</c:v>
                </c:pt>
                <c:pt idx="385">
                  <c:v>3950</c:v>
                </c:pt>
                <c:pt idx="386">
                  <c:v>3720</c:v>
                </c:pt>
                <c:pt idx="387">
                  <c:v>3540</c:v>
                </c:pt>
                <c:pt idx="388">
                  <c:v>3550</c:v>
                </c:pt>
                <c:pt idx="389">
                  <c:v>3550</c:v>
                </c:pt>
                <c:pt idx="390">
                  <c:v>3330</c:v>
                </c:pt>
                <c:pt idx="391">
                  <c:v>2940</c:v>
                </c:pt>
                <c:pt idx="392">
                  <c:v>3030</c:v>
                </c:pt>
                <c:pt idx="393">
                  <c:v>3130</c:v>
                </c:pt>
                <c:pt idx="394">
                  <c:v>2980</c:v>
                </c:pt>
                <c:pt idx="395">
                  <c:v>2780</c:v>
                </c:pt>
                <c:pt idx="396">
                  <c:v>2760</c:v>
                </c:pt>
                <c:pt idx="397">
                  <c:v>3120</c:v>
                </c:pt>
                <c:pt idx="398">
                  <c:v>2980</c:v>
                </c:pt>
                <c:pt idx="399">
                  <c:v>2980</c:v>
                </c:pt>
                <c:pt idx="400">
                  <c:v>3040</c:v>
                </c:pt>
                <c:pt idx="401">
                  <c:v>2960</c:v>
                </c:pt>
                <c:pt idx="402">
                  <c:v>3300</c:v>
                </c:pt>
                <c:pt idx="403">
                  <c:v>3280</c:v>
                </c:pt>
                <c:pt idx="404">
                  <c:v>2890</c:v>
                </c:pt>
                <c:pt idx="405">
                  <c:v>3160</c:v>
                </c:pt>
                <c:pt idx="406">
                  <c:v>4840</c:v>
                </c:pt>
                <c:pt idx="407">
                  <c:v>4930</c:v>
                </c:pt>
                <c:pt idx="408">
                  <c:v>4210</c:v>
                </c:pt>
                <c:pt idx="409">
                  <c:v>3610</c:v>
                </c:pt>
                <c:pt idx="410">
                  <c:v>3550</c:v>
                </c:pt>
                <c:pt idx="411">
                  <c:v>3330</c:v>
                </c:pt>
                <c:pt idx="412">
                  <c:v>3010</c:v>
                </c:pt>
                <c:pt idx="413">
                  <c:v>2960</c:v>
                </c:pt>
                <c:pt idx="414">
                  <c:v>2990</c:v>
                </c:pt>
                <c:pt idx="415">
                  <c:v>3080</c:v>
                </c:pt>
                <c:pt idx="416">
                  <c:v>3290</c:v>
                </c:pt>
                <c:pt idx="417">
                  <c:v>2940</c:v>
                </c:pt>
                <c:pt idx="418">
                  <c:v>2360</c:v>
                </c:pt>
                <c:pt idx="419">
                  <c:v>2350</c:v>
                </c:pt>
                <c:pt idx="420">
                  <c:v>2470</c:v>
                </c:pt>
                <c:pt idx="421">
                  <c:v>2420</c:v>
                </c:pt>
                <c:pt idx="422">
                  <c:v>2270</c:v>
                </c:pt>
                <c:pt idx="423">
                  <c:v>2210</c:v>
                </c:pt>
                <c:pt idx="424">
                  <c:v>2100</c:v>
                </c:pt>
                <c:pt idx="425">
                  <c:v>2000</c:v>
                </c:pt>
                <c:pt idx="426">
                  <c:v>2090</c:v>
                </c:pt>
                <c:pt idx="427">
                  <c:v>2350</c:v>
                </c:pt>
                <c:pt idx="428">
                  <c:v>2500</c:v>
                </c:pt>
                <c:pt idx="429">
                  <c:v>2740</c:v>
                </c:pt>
                <c:pt idx="430">
                  <c:v>2780</c:v>
                </c:pt>
                <c:pt idx="431">
                  <c:v>2520</c:v>
                </c:pt>
                <c:pt idx="432">
                  <c:v>2230</c:v>
                </c:pt>
                <c:pt idx="433">
                  <c:v>2100</c:v>
                </c:pt>
                <c:pt idx="434">
                  <c:v>2050</c:v>
                </c:pt>
                <c:pt idx="435">
                  <c:v>1810</c:v>
                </c:pt>
                <c:pt idx="436">
                  <c:v>1800</c:v>
                </c:pt>
                <c:pt idx="437">
                  <c:v>2100</c:v>
                </c:pt>
                <c:pt idx="438">
                  <c:v>2190</c:v>
                </c:pt>
                <c:pt idx="439">
                  <c:v>2030</c:v>
                </c:pt>
                <c:pt idx="440">
                  <c:v>1840</c:v>
                </c:pt>
                <c:pt idx="441">
                  <c:v>1760</c:v>
                </c:pt>
                <c:pt idx="442">
                  <c:v>1640</c:v>
                </c:pt>
                <c:pt idx="443">
                  <c:v>1920</c:v>
                </c:pt>
                <c:pt idx="444">
                  <c:v>1930</c:v>
                </c:pt>
                <c:pt idx="445">
                  <c:v>1720</c:v>
                </c:pt>
                <c:pt idx="446">
                  <c:v>1590</c:v>
                </c:pt>
                <c:pt idx="447">
                  <c:v>1680</c:v>
                </c:pt>
                <c:pt idx="448">
                  <c:v>1930</c:v>
                </c:pt>
                <c:pt idx="449">
                  <c:v>1910</c:v>
                </c:pt>
                <c:pt idx="450">
                  <c:v>1650</c:v>
                </c:pt>
                <c:pt idx="451">
                  <c:v>1530</c:v>
                </c:pt>
                <c:pt idx="452">
                  <c:v>1640</c:v>
                </c:pt>
                <c:pt idx="453">
                  <c:v>1600</c:v>
                </c:pt>
                <c:pt idx="454">
                  <c:v>1600</c:v>
                </c:pt>
                <c:pt idx="455">
                  <c:v>1600</c:v>
                </c:pt>
                <c:pt idx="456">
                  <c:v>1360</c:v>
                </c:pt>
                <c:pt idx="457">
                  <c:v>1260</c:v>
                </c:pt>
                <c:pt idx="458">
                  <c:v>1530</c:v>
                </c:pt>
                <c:pt idx="459">
                  <c:v>1660</c:v>
                </c:pt>
                <c:pt idx="460">
                  <c:v>1560</c:v>
                </c:pt>
                <c:pt idx="461">
                  <c:v>1340</c:v>
                </c:pt>
                <c:pt idx="462">
                  <c:v>1270</c:v>
                </c:pt>
                <c:pt idx="463">
                  <c:v>1420</c:v>
                </c:pt>
                <c:pt idx="464">
                  <c:v>1440</c:v>
                </c:pt>
                <c:pt idx="465">
                  <c:v>1370</c:v>
                </c:pt>
                <c:pt idx="466">
                  <c:v>1290</c:v>
                </c:pt>
                <c:pt idx="467">
                  <c:v>1200</c:v>
                </c:pt>
                <c:pt idx="468">
                  <c:v>1210</c:v>
                </c:pt>
                <c:pt idx="469">
                  <c:v>1270</c:v>
                </c:pt>
                <c:pt idx="470">
                  <c:v>1700</c:v>
                </c:pt>
                <c:pt idx="471">
                  <c:v>1640</c:v>
                </c:pt>
                <c:pt idx="472">
                  <c:v>1460</c:v>
                </c:pt>
                <c:pt idx="473">
                  <c:v>1440</c:v>
                </c:pt>
                <c:pt idx="474">
                  <c:v>1510</c:v>
                </c:pt>
                <c:pt idx="475">
                  <c:v>1680</c:v>
                </c:pt>
                <c:pt idx="476">
                  <c:v>1510</c:v>
                </c:pt>
                <c:pt idx="477">
                  <c:v>1320</c:v>
                </c:pt>
                <c:pt idx="478">
                  <c:v>1240</c:v>
                </c:pt>
                <c:pt idx="479">
                  <c:v>1240</c:v>
                </c:pt>
                <c:pt idx="480">
                  <c:v>1250</c:v>
                </c:pt>
                <c:pt idx="481">
                  <c:v>1090</c:v>
                </c:pt>
                <c:pt idx="482">
                  <c:v>1010</c:v>
                </c:pt>
                <c:pt idx="483">
                  <c:v>1090</c:v>
                </c:pt>
                <c:pt idx="484">
                  <c:v>1340</c:v>
                </c:pt>
                <c:pt idx="485">
                  <c:v>1470</c:v>
                </c:pt>
                <c:pt idx="486">
                  <c:v>1530</c:v>
                </c:pt>
                <c:pt idx="487">
                  <c:v>1500</c:v>
                </c:pt>
                <c:pt idx="488">
                  <c:v>1280</c:v>
                </c:pt>
                <c:pt idx="489">
                  <c:v>1310</c:v>
                </c:pt>
                <c:pt idx="490">
                  <c:v>1550</c:v>
                </c:pt>
                <c:pt idx="491">
                  <c:v>1660</c:v>
                </c:pt>
                <c:pt idx="492">
                  <c:v>1380</c:v>
                </c:pt>
                <c:pt idx="493">
                  <c:v>1320</c:v>
                </c:pt>
                <c:pt idx="494">
                  <c:v>1170</c:v>
                </c:pt>
                <c:pt idx="495">
                  <c:v>1020</c:v>
                </c:pt>
                <c:pt idx="496">
                  <c:v>1020</c:v>
                </c:pt>
                <c:pt idx="497">
                  <c:v>1070</c:v>
                </c:pt>
                <c:pt idx="498">
                  <c:v>1080</c:v>
                </c:pt>
                <c:pt idx="499">
                  <c:v>1090</c:v>
                </c:pt>
                <c:pt idx="500">
                  <c:v>1080</c:v>
                </c:pt>
                <c:pt idx="501">
                  <c:v>1030</c:v>
                </c:pt>
                <c:pt idx="502">
                  <c:v>996</c:v>
                </c:pt>
                <c:pt idx="503">
                  <c:v>953</c:v>
                </c:pt>
                <c:pt idx="504">
                  <c:v>931</c:v>
                </c:pt>
                <c:pt idx="505">
                  <c:v>945</c:v>
                </c:pt>
                <c:pt idx="506">
                  <c:v>998</c:v>
                </c:pt>
                <c:pt idx="507">
                  <c:v>1150</c:v>
                </c:pt>
                <c:pt idx="508">
                  <c:v>1330</c:v>
                </c:pt>
                <c:pt idx="509">
                  <c:v>1350</c:v>
                </c:pt>
                <c:pt idx="510">
                  <c:v>1280</c:v>
                </c:pt>
                <c:pt idx="511">
                  <c:v>1170</c:v>
                </c:pt>
                <c:pt idx="512">
                  <c:v>1130</c:v>
                </c:pt>
                <c:pt idx="513">
                  <c:v>1280</c:v>
                </c:pt>
                <c:pt idx="514">
                  <c:v>1430</c:v>
                </c:pt>
                <c:pt idx="515">
                  <c:v>1300</c:v>
                </c:pt>
                <c:pt idx="516">
                  <c:v>1090</c:v>
                </c:pt>
                <c:pt idx="517">
                  <c:v>1060</c:v>
                </c:pt>
                <c:pt idx="518">
                  <c:v>1110</c:v>
                </c:pt>
                <c:pt idx="519">
                  <c:v>1190</c:v>
                </c:pt>
                <c:pt idx="520">
                  <c:v>1260</c:v>
                </c:pt>
                <c:pt idx="521">
                  <c:v>1250</c:v>
                </c:pt>
                <c:pt idx="522">
                  <c:v>1210</c:v>
                </c:pt>
                <c:pt idx="523">
                  <c:v>1200</c:v>
                </c:pt>
                <c:pt idx="524">
                  <c:v>1170</c:v>
                </c:pt>
                <c:pt idx="525">
                  <c:v>1160</c:v>
                </c:pt>
                <c:pt idx="526">
                  <c:v>1160</c:v>
                </c:pt>
                <c:pt idx="527">
                  <c:v>1160</c:v>
                </c:pt>
                <c:pt idx="528">
                  <c:v>1160</c:v>
                </c:pt>
                <c:pt idx="529">
                  <c:v>974</c:v>
                </c:pt>
                <c:pt idx="530">
                  <c:v>851</c:v>
                </c:pt>
                <c:pt idx="531">
                  <c:v>911</c:v>
                </c:pt>
                <c:pt idx="532">
                  <c:v>1660</c:v>
                </c:pt>
                <c:pt idx="533">
                  <c:v>1970</c:v>
                </c:pt>
                <c:pt idx="534">
                  <c:v>1650</c:v>
                </c:pt>
                <c:pt idx="535">
                  <c:v>1520</c:v>
                </c:pt>
                <c:pt idx="536">
                  <c:v>1340</c:v>
                </c:pt>
                <c:pt idx="537">
                  <c:v>1200</c:v>
                </c:pt>
                <c:pt idx="538">
                  <c:v>1160</c:v>
                </c:pt>
                <c:pt idx="539">
                  <c:v>1160</c:v>
                </c:pt>
                <c:pt idx="540">
                  <c:v>1160</c:v>
                </c:pt>
                <c:pt idx="541">
                  <c:v>1160</c:v>
                </c:pt>
                <c:pt idx="542">
                  <c:v>1180</c:v>
                </c:pt>
                <c:pt idx="543">
                  <c:v>1220</c:v>
                </c:pt>
                <c:pt idx="544">
                  <c:v>1290</c:v>
                </c:pt>
                <c:pt idx="545">
                  <c:v>1290</c:v>
                </c:pt>
                <c:pt idx="546">
                  <c:v>1220</c:v>
                </c:pt>
                <c:pt idx="547">
                  <c:v>1160</c:v>
                </c:pt>
                <c:pt idx="548">
                  <c:v>1160</c:v>
                </c:pt>
                <c:pt idx="549">
                  <c:v>1160</c:v>
                </c:pt>
                <c:pt idx="550">
                  <c:v>1160</c:v>
                </c:pt>
                <c:pt idx="551">
                  <c:v>1160</c:v>
                </c:pt>
                <c:pt idx="552">
                  <c:v>1160</c:v>
                </c:pt>
                <c:pt idx="553">
                  <c:v>1210</c:v>
                </c:pt>
                <c:pt idx="554">
                  <c:v>1310</c:v>
                </c:pt>
                <c:pt idx="555">
                  <c:v>1450</c:v>
                </c:pt>
                <c:pt idx="556">
                  <c:v>1600</c:v>
                </c:pt>
                <c:pt idx="557">
                  <c:v>1670</c:v>
                </c:pt>
                <c:pt idx="558">
                  <c:v>1460</c:v>
                </c:pt>
                <c:pt idx="559">
                  <c:v>1360</c:v>
                </c:pt>
                <c:pt idx="560">
                  <c:v>1370</c:v>
                </c:pt>
                <c:pt idx="561">
                  <c:v>1510</c:v>
                </c:pt>
                <c:pt idx="562">
                  <c:v>1670</c:v>
                </c:pt>
                <c:pt idx="563">
                  <c:v>1520</c:v>
                </c:pt>
                <c:pt idx="564">
                  <c:v>1450</c:v>
                </c:pt>
                <c:pt idx="565">
                  <c:v>1380</c:v>
                </c:pt>
                <c:pt idx="566">
                  <c:v>1350</c:v>
                </c:pt>
                <c:pt idx="567">
                  <c:v>1490</c:v>
                </c:pt>
                <c:pt idx="568">
                  <c:v>1390</c:v>
                </c:pt>
                <c:pt idx="569">
                  <c:v>1200</c:v>
                </c:pt>
                <c:pt idx="570">
                  <c:v>1610</c:v>
                </c:pt>
                <c:pt idx="571">
                  <c:v>2060</c:v>
                </c:pt>
                <c:pt idx="572">
                  <c:v>2080</c:v>
                </c:pt>
                <c:pt idx="573">
                  <c:v>1850</c:v>
                </c:pt>
                <c:pt idx="574">
                  <c:v>1430</c:v>
                </c:pt>
                <c:pt idx="575">
                  <c:v>1250</c:v>
                </c:pt>
                <c:pt idx="576">
                  <c:v>1270</c:v>
                </c:pt>
                <c:pt idx="577">
                  <c:v>1420</c:v>
                </c:pt>
                <c:pt idx="578">
                  <c:v>1460</c:v>
                </c:pt>
                <c:pt idx="579">
                  <c:v>1350</c:v>
                </c:pt>
                <c:pt idx="580">
                  <c:v>1410</c:v>
                </c:pt>
                <c:pt idx="581">
                  <c:v>1820</c:v>
                </c:pt>
                <c:pt idx="582">
                  <c:v>1910</c:v>
                </c:pt>
                <c:pt idx="583">
                  <c:v>1760</c:v>
                </c:pt>
                <c:pt idx="584">
                  <c:v>1680</c:v>
                </c:pt>
                <c:pt idx="585">
                  <c:v>1620</c:v>
                </c:pt>
                <c:pt idx="586">
                  <c:v>1580</c:v>
                </c:pt>
                <c:pt idx="587">
                  <c:v>1500</c:v>
                </c:pt>
                <c:pt idx="588">
                  <c:v>1500</c:v>
                </c:pt>
                <c:pt idx="589">
                  <c:v>1570</c:v>
                </c:pt>
                <c:pt idx="590">
                  <c:v>1550</c:v>
                </c:pt>
                <c:pt idx="591">
                  <c:v>1540</c:v>
                </c:pt>
                <c:pt idx="592">
                  <c:v>1530</c:v>
                </c:pt>
                <c:pt idx="593">
                  <c:v>1470</c:v>
                </c:pt>
                <c:pt idx="594">
                  <c:v>1380</c:v>
                </c:pt>
                <c:pt idx="595">
                  <c:v>1380</c:v>
                </c:pt>
                <c:pt idx="596">
                  <c:v>1430</c:v>
                </c:pt>
                <c:pt idx="597">
                  <c:v>1370</c:v>
                </c:pt>
                <c:pt idx="598">
                  <c:v>1340</c:v>
                </c:pt>
                <c:pt idx="599">
                  <c:v>1340</c:v>
                </c:pt>
                <c:pt idx="600">
                  <c:v>1420</c:v>
                </c:pt>
                <c:pt idx="601">
                  <c:v>1350</c:v>
                </c:pt>
                <c:pt idx="602">
                  <c:v>1350</c:v>
                </c:pt>
                <c:pt idx="603">
                  <c:v>1340</c:v>
                </c:pt>
                <c:pt idx="604">
                  <c:v>1360</c:v>
                </c:pt>
                <c:pt idx="605">
                  <c:v>1350</c:v>
                </c:pt>
                <c:pt idx="606">
                  <c:v>1300</c:v>
                </c:pt>
                <c:pt idx="607">
                  <c:v>1350</c:v>
                </c:pt>
                <c:pt idx="608">
                  <c:v>1340</c:v>
                </c:pt>
                <c:pt idx="609">
                  <c:v>1590</c:v>
                </c:pt>
                <c:pt idx="610">
                  <c:v>1620</c:v>
                </c:pt>
                <c:pt idx="611">
                  <c:v>1540</c:v>
                </c:pt>
                <c:pt idx="612">
                  <c:v>1470</c:v>
                </c:pt>
                <c:pt idx="613">
                  <c:v>1560</c:v>
                </c:pt>
                <c:pt idx="614">
                  <c:v>2020</c:v>
                </c:pt>
                <c:pt idx="615">
                  <c:v>2240</c:v>
                </c:pt>
                <c:pt idx="616">
                  <c:v>2280</c:v>
                </c:pt>
                <c:pt idx="617">
                  <c:v>2170</c:v>
                </c:pt>
                <c:pt idx="618">
                  <c:v>1900</c:v>
                </c:pt>
                <c:pt idx="619">
                  <c:v>1770</c:v>
                </c:pt>
                <c:pt idx="620">
                  <c:v>1860</c:v>
                </c:pt>
                <c:pt idx="621">
                  <c:v>1950</c:v>
                </c:pt>
                <c:pt idx="622">
                  <c:v>1880</c:v>
                </c:pt>
                <c:pt idx="623">
                  <c:v>1790</c:v>
                </c:pt>
                <c:pt idx="624">
                  <c:v>1750</c:v>
                </c:pt>
                <c:pt idx="625">
                  <c:v>1680</c:v>
                </c:pt>
                <c:pt idx="626">
                  <c:v>1570</c:v>
                </c:pt>
                <c:pt idx="627">
                  <c:v>1440</c:v>
                </c:pt>
                <c:pt idx="628">
                  <c:v>1530</c:v>
                </c:pt>
                <c:pt idx="629">
                  <c:v>1370</c:v>
                </c:pt>
                <c:pt idx="630">
                  <c:v>1150</c:v>
                </c:pt>
                <c:pt idx="631">
                  <c:v>1020</c:v>
                </c:pt>
                <c:pt idx="632">
                  <c:v>1150</c:v>
                </c:pt>
                <c:pt idx="633">
                  <c:v>1190</c:v>
                </c:pt>
                <c:pt idx="634">
                  <c:v>1350</c:v>
                </c:pt>
                <c:pt idx="635">
                  <c:v>1570</c:v>
                </c:pt>
                <c:pt idx="636">
                  <c:v>1660</c:v>
                </c:pt>
                <c:pt idx="637">
                  <c:v>1590</c:v>
                </c:pt>
                <c:pt idx="638">
                  <c:v>1650</c:v>
                </c:pt>
                <c:pt idx="639">
                  <c:v>1760</c:v>
                </c:pt>
                <c:pt idx="640">
                  <c:v>1830</c:v>
                </c:pt>
                <c:pt idx="641">
                  <c:v>1980</c:v>
                </c:pt>
                <c:pt idx="642">
                  <c:v>2270</c:v>
                </c:pt>
                <c:pt idx="643">
                  <c:v>2320</c:v>
                </c:pt>
                <c:pt idx="644">
                  <c:v>2270</c:v>
                </c:pt>
                <c:pt idx="645">
                  <c:v>2090</c:v>
                </c:pt>
                <c:pt idx="646">
                  <c:v>1920</c:v>
                </c:pt>
                <c:pt idx="647">
                  <c:v>1810</c:v>
                </c:pt>
                <c:pt idx="648">
                  <c:v>1740</c:v>
                </c:pt>
                <c:pt idx="649">
                  <c:v>2020</c:v>
                </c:pt>
                <c:pt idx="650">
                  <c:v>2120</c:v>
                </c:pt>
                <c:pt idx="651">
                  <c:v>1820</c:v>
                </c:pt>
                <c:pt idx="652">
                  <c:v>1330</c:v>
                </c:pt>
                <c:pt idx="653">
                  <c:v>1180</c:v>
                </c:pt>
                <c:pt idx="654">
                  <c:v>1350</c:v>
                </c:pt>
                <c:pt idx="655">
                  <c:v>1570</c:v>
                </c:pt>
                <c:pt idx="656">
                  <c:v>1650</c:v>
                </c:pt>
                <c:pt idx="657">
                  <c:v>1910</c:v>
                </c:pt>
                <c:pt idx="658">
                  <c:v>2280</c:v>
                </c:pt>
                <c:pt idx="659">
                  <c:v>2170</c:v>
                </c:pt>
                <c:pt idx="660">
                  <c:v>2250</c:v>
                </c:pt>
                <c:pt idx="661">
                  <c:v>2150</c:v>
                </c:pt>
                <c:pt idx="662">
                  <c:v>2110</c:v>
                </c:pt>
                <c:pt idx="663">
                  <c:v>2630</c:v>
                </c:pt>
                <c:pt idx="664">
                  <c:v>3120</c:v>
                </c:pt>
                <c:pt idx="665">
                  <c:v>3360</c:v>
                </c:pt>
                <c:pt idx="666">
                  <c:v>3330</c:v>
                </c:pt>
                <c:pt idx="667">
                  <c:v>3520</c:v>
                </c:pt>
                <c:pt idx="668">
                  <c:v>3730</c:v>
                </c:pt>
                <c:pt idx="669">
                  <c:v>3830</c:v>
                </c:pt>
                <c:pt idx="670">
                  <c:v>4080</c:v>
                </c:pt>
                <c:pt idx="671">
                  <c:v>4490</c:v>
                </c:pt>
                <c:pt idx="672">
                  <c:v>4600</c:v>
                </c:pt>
                <c:pt idx="673">
                  <c:v>4500</c:v>
                </c:pt>
                <c:pt idx="674">
                  <c:v>4080</c:v>
                </c:pt>
                <c:pt idx="675">
                  <c:v>3670</c:v>
                </c:pt>
                <c:pt idx="676">
                  <c:v>3500</c:v>
                </c:pt>
                <c:pt idx="677">
                  <c:v>3220</c:v>
                </c:pt>
                <c:pt idx="678">
                  <c:v>3080</c:v>
                </c:pt>
                <c:pt idx="679">
                  <c:v>2810</c:v>
                </c:pt>
                <c:pt idx="680">
                  <c:v>2160</c:v>
                </c:pt>
                <c:pt idx="681">
                  <c:v>2000</c:v>
                </c:pt>
                <c:pt idx="682">
                  <c:v>2630</c:v>
                </c:pt>
                <c:pt idx="683">
                  <c:v>2500</c:v>
                </c:pt>
                <c:pt idx="684">
                  <c:v>2680</c:v>
                </c:pt>
                <c:pt idx="685">
                  <c:v>2660</c:v>
                </c:pt>
                <c:pt idx="686">
                  <c:v>2430</c:v>
                </c:pt>
                <c:pt idx="687">
                  <c:v>2040</c:v>
                </c:pt>
                <c:pt idx="688">
                  <c:v>2210</c:v>
                </c:pt>
                <c:pt idx="689">
                  <c:v>2580</c:v>
                </c:pt>
                <c:pt idx="690">
                  <c:v>2440</c:v>
                </c:pt>
                <c:pt idx="691">
                  <c:v>2370</c:v>
                </c:pt>
                <c:pt idx="692">
                  <c:v>2240</c:v>
                </c:pt>
                <c:pt idx="693">
                  <c:v>2210</c:v>
                </c:pt>
                <c:pt idx="694">
                  <c:v>2260</c:v>
                </c:pt>
                <c:pt idx="695">
                  <c:v>2280</c:v>
                </c:pt>
                <c:pt idx="696">
                  <c:v>2250</c:v>
                </c:pt>
                <c:pt idx="697">
                  <c:v>2800</c:v>
                </c:pt>
                <c:pt idx="698">
                  <c:v>3120</c:v>
                </c:pt>
                <c:pt idx="699">
                  <c:v>3320</c:v>
                </c:pt>
                <c:pt idx="700">
                  <c:v>3570</c:v>
                </c:pt>
                <c:pt idx="701">
                  <c:v>4070</c:v>
                </c:pt>
                <c:pt idx="702">
                  <c:v>5350</c:v>
                </c:pt>
                <c:pt idx="703">
                  <c:v>5450</c:v>
                </c:pt>
                <c:pt idx="704">
                  <c:v>5400</c:v>
                </c:pt>
                <c:pt idx="705">
                  <c:v>5420</c:v>
                </c:pt>
                <c:pt idx="706">
                  <c:v>5540</c:v>
                </c:pt>
                <c:pt idx="707">
                  <c:v>5620</c:v>
                </c:pt>
                <c:pt idx="708">
                  <c:v>5540</c:v>
                </c:pt>
                <c:pt idx="709">
                  <c:v>4610</c:v>
                </c:pt>
                <c:pt idx="710">
                  <c:v>4380</c:v>
                </c:pt>
                <c:pt idx="711">
                  <c:v>4160</c:v>
                </c:pt>
                <c:pt idx="712">
                  <c:v>4340</c:v>
                </c:pt>
                <c:pt idx="713">
                  <c:v>4390</c:v>
                </c:pt>
                <c:pt idx="714">
                  <c:v>4220</c:v>
                </c:pt>
                <c:pt idx="715">
                  <c:v>3920</c:v>
                </c:pt>
                <c:pt idx="716">
                  <c:v>3640</c:v>
                </c:pt>
                <c:pt idx="717">
                  <c:v>3270</c:v>
                </c:pt>
                <c:pt idx="718">
                  <c:v>3040</c:v>
                </c:pt>
                <c:pt idx="719">
                  <c:v>2790</c:v>
                </c:pt>
                <c:pt idx="720">
                  <c:v>2570</c:v>
                </c:pt>
                <c:pt idx="721">
                  <c:v>2570</c:v>
                </c:pt>
                <c:pt idx="722">
                  <c:v>2470</c:v>
                </c:pt>
                <c:pt idx="723">
                  <c:v>2470</c:v>
                </c:pt>
                <c:pt idx="724">
                  <c:v>2540</c:v>
                </c:pt>
                <c:pt idx="725">
                  <c:v>2770</c:v>
                </c:pt>
                <c:pt idx="726">
                  <c:v>2790</c:v>
                </c:pt>
                <c:pt idx="727">
                  <c:v>2580</c:v>
                </c:pt>
                <c:pt idx="728">
                  <c:v>2550</c:v>
                </c:pt>
                <c:pt idx="729">
                  <c:v>2630</c:v>
                </c:pt>
                <c:pt idx="730">
                  <c:v>2650</c:v>
                </c:pt>
                <c:pt idx="731">
                  <c:v>2880</c:v>
                </c:pt>
                <c:pt idx="732">
                  <c:v>3220</c:v>
                </c:pt>
                <c:pt idx="733">
                  <c:v>3120</c:v>
                </c:pt>
                <c:pt idx="734">
                  <c:v>3030</c:v>
                </c:pt>
                <c:pt idx="735">
                  <c:v>3020</c:v>
                </c:pt>
                <c:pt idx="736">
                  <c:v>3580</c:v>
                </c:pt>
                <c:pt idx="737">
                  <c:v>3660</c:v>
                </c:pt>
                <c:pt idx="738">
                  <c:v>3460</c:v>
                </c:pt>
                <c:pt idx="739">
                  <c:v>3280</c:v>
                </c:pt>
                <c:pt idx="740">
                  <c:v>3900</c:v>
                </c:pt>
                <c:pt idx="741">
                  <c:v>4840</c:v>
                </c:pt>
                <c:pt idx="742">
                  <c:v>5660</c:v>
                </c:pt>
                <c:pt idx="743">
                  <c:v>5980</c:v>
                </c:pt>
                <c:pt idx="744">
                  <c:v>5590</c:v>
                </c:pt>
                <c:pt idx="745">
                  <c:v>5290</c:v>
                </c:pt>
                <c:pt idx="746">
                  <c:v>5150</c:v>
                </c:pt>
                <c:pt idx="747">
                  <c:v>5230</c:v>
                </c:pt>
                <c:pt idx="748">
                  <c:v>4630</c:v>
                </c:pt>
                <c:pt idx="749">
                  <c:v>4010</c:v>
                </c:pt>
                <c:pt idx="750">
                  <c:v>3780</c:v>
                </c:pt>
                <c:pt idx="751">
                  <c:v>3840</c:v>
                </c:pt>
                <c:pt idx="752">
                  <c:v>4110</c:v>
                </c:pt>
                <c:pt idx="753">
                  <c:v>4260</c:v>
                </c:pt>
                <c:pt idx="754">
                  <c:v>4330</c:v>
                </c:pt>
                <c:pt idx="755">
                  <c:v>4470</c:v>
                </c:pt>
                <c:pt idx="756">
                  <c:v>4810</c:v>
                </c:pt>
                <c:pt idx="757">
                  <c:v>4870</c:v>
                </c:pt>
                <c:pt idx="758">
                  <c:v>4570</c:v>
                </c:pt>
                <c:pt idx="759">
                  <c:v>4090</c:v>
                </c:pt>
                <c:pt idx="760">
                  <c:v>3750</c:v>
                </c:pt>
                <c:pt idx="761">
                  <c:v>3670</c:v>
                </c:pt>
                <c:pt idx="762">
                  <c:v>3570</c:v>
                </c:pt>
                <c:pt idx="763">
                  <c:v>3820</c:v>
                </c:pt>
                <c:pt idx="764">
                  <c:v>3580</c:v>
                </c:pt>
                <c:pt idx="765">
                  <c:v>3220</c:v>
                </c:pt>
                <c:pt idx="766">
                  <c:v>3480</c:v>
                </c:pt>
                <c:pt idx="767">
                  <c:v>4480</c:v>
                </c:pt>
                <c:pt idx="768">
                  <c:v>5610</c:v>
                </c:pt>
                <c:pt idx="769">
                  <c:v>5820</c:v>
                </c:pt>
                <c:pt idx="770">
                  <c:v>4940</c:v>
                </c:pt>
                <c:pt idx="771">
                  <c:v>4020</c:v>
                </c:pt>
                <c:pt idx="772">
                  <c:v>3790</c:v>
                </c:pt>
                <c:pt idx="773">
                  <c:v>3750</c:v>
                </c:pt>
                <c:pt idx="774">
                  <c:v>3520</c:v>
                </c:pt>
                <c:pt idx="775">
                  <c:v>3380</c:v>
                </c:pt>
                <c:pt idx="776">
                  <c:v>3130</c:v>
                </c:pt>
                <c:pt idx="777">
                  <c:v>2850</c:v>
                </c:pt>
                <c:pt idx="778">
                  <c:v>2710</c:v>
                </c:pt>
                <c:pt idx="779">
                  <c:v>2600</c:v>
                </c:pt>
                <c:pt idx="780">
                  <c:v>2560</c:v>
                </c:pt>
                <c:pt idx="781">
                  <c:v>2440</c:v>
                </c:pt>
                <c:pt idx="782">
                  <c:v>2770</c:v>
                </c:pt>
                <c:pt idx="783">
                  <c:v>2680</c:v>
                </c:pt>
                <c:pt idx="784">
                  <c:v>2500</c:v>
                </c:pt>
                <c:pt idx="785">
                  <c:v>2360</c:v>
                </c:pt>
                <c:pt idx="786">
                  <c:v>2230</c:v>
                </c:pt>
                <c:pt idx="787">
                  <c:v>2170</c:v>
                </c:pt>
                <c:pt idx="788">
                  <c:v>2210</c:v>
                </c:pt>
                <c:pt idx="789">
                  <c:v>2320</c:v>
                </c:pt>
                <c:pt idx="790">
                  <c:v>2270</c:v>
                </c:pt>
                <c:pt idx="791">
                  <c:v>2280</c:v>
                </c:pt>
                <c:pt idx="792">
                  <c:v>2310</c:v>
                </c:pt>
                <c:pt idx="793">
                  <c:v>2220</c:v>
                </c:pt>
                <c:pt idx="794">
                  <c:v>2160</c:v>
                </c:pt>
                <c:pt idx="795">
                  <c:v>2150</c:v>
                </c:pt>
                <c:pt idx="796">
                  <c:v>2080</c:v>
                </c:pt>
                <c:pt idx="797">
                  <c:v>2010</c:v>
                </c:pt>
                <c:pt idx="798">
                  <c:v>2020</c:v>
                </c:pt>
                <c:pt idx="799">
                  <c:v>1880</c:v>
                </c:pt>
                <c:pt idx="800">
                  <c:v>1790</c:v>
                </c:pt>
                <c:pt idx="801">
                  <c:v>1960</c:v>
                </c:pt>
                <c:pt idx="802">
                  <c:v>1990</c:v>
                </c:pt>
                <c:pt idx="803">
                  <c:v>1820</c:v>
                </c:pt>
                <c:pt idx="804">
                  <c:v>1670</c:v>
                </c:pt>
                <c:pt idx="805">
                  <c:v>1680</c:v>
                </c:pt>
                <c:pt idx="806">
                  <c:v>1680</c:v>
                </c:pt>
                <c:pt idx="807">
                  <c:v>1620</c:v>
                </c:pt>
                <c:pt idx="808">
                  <c:v>1550</c:v>
                </c:pt>
                <c:pt idx="809">
                  <c:v>1560</c:v>
                </c:pt>
                <c:pt idx="810">
                  <c:v>1670</c:v>
                </c:pt>
                <c:pt idx="811">
                  <c:v>1720</c:v>
                </c:pt>
                <c:pt idx="812">
                  <c:v>1830</c:v>
                </c:pt>
                <c:pt idx="813">
                  <c:v>2180</c:v>
                </c:pt>
                <c:pt idx="814">
                  <c:v>2310</c:v>
                </c:pt>
                <c:pt idx="815">
                  <c:v>2370</c:v>
                </c:pt>
                <c:pt idx="816">
                  <c:v>2330</c:v>
                </c:pt>
                <c:pt idx="817">
                  <c:v>2130</c:v>
                </c:pt>
                <c:pt idx="818">
                  <c:v>2000</c:v>
                </c:pt>
                <c:pt idx="819">
                  <c:v>2090</c:v>
                </c:pt>
                <c:pt idx="820">
                  <c:v>5570</c:v>
                </c:pt>
                <c:pt idx="821">
                  <c:v>6100</c:v>
                </c:pt>
                <c:pt idx="822">
                  <c:v>5230</c:v>
                </c:pt>
                <c:pt idx="823">
                  <c:v>4700</c:v>
                </c:pt>
                <c:pt idx="824">
                  <c:v>3590</c:v>
                </c:pt>
                <c:pt idx="825">
                  <c:v>2560</c:v>
                </c:pt>
                <c:pt idx="826">
                  <c:v>3200</c:v>
                </c:pt>
                <c:pt idx="827">
                  <c:v>3370</c:v>
                </c:pt>
                <c:pt idx="828">
                  <c:v>2910</c:v>
                </c:pt>
                <c:pt idx="829">
                  <c:v>2340</c:v>
                </c:pt>
                <c:pt idx="830">
                  <c:v>2030</c:v>
                </c:pt>
                <c:pt idx="831">
                  <c:v>1990</c:v>
                </c:pt>
                <c:pt idx="832">
                  <c:v>2050</c:v>
                </c:pt>
                <c:pt idx="833">
                  <c:v>2220</c:v>
                </c:pt>
                <c:pt idx="834">
                  <c:v>1950</c:v>
                </c:pt>
                <c:pt idx="835">
                  <c:v>1500</c:v>
                </c:pt>
                <c:pt idx="836">
                  <c:v>1450</c:v>
                </c:pt>
                <c:pt idx="837">
                  <c:v>1670</c:v>
                </c:pt>
                <c:pt idx="838">
                  <c:v>1640</c:v>
                </c:pt>
                <c:pt idx="839">
                  <c:v>1630</c:v>
                </c:pt>
                <c:pt idx="840">
                  <c:v>1630</c:v>
                </c:pt>
                <c:pt idx="841">
                  <c:v>1770</c:v>
                </c:pt>
                <c:pt idx="842">
                  <c:v>1860</c:v>
                </c:pt>
                <c:pt idx="843">
                  <c:v>1890</c:v>
                </c:pt>
                <c:pt idx="844">
                  <c:v>1830</c:v>
                </c:pt>
                <c:pt idx="845">
                  <c:v>1740</c:v>
                </c:pt>
                <c:pt idx="846">
                  <c:v>1630</c:v>
                </c:pt>
                <c:pt idx="847">
                  <c:v>1530</c:v>
                </c:pt>
                <c:pt idx="848">
                  <c:v>1470</c:v>
                </c:pt>
                <c:pt idx="849">
                  <c:v>1450</c:v>
                </c:pt>
                <c:pt idx="850">
                  <c:v>1510</c:v>
                </c:pt>
                <c:pt idx="851">
                  <c:v>1560</c:v>
                </c:pt>
                <c:pt idx="852">
                  <c:v>1500</c:v>
                </c:pt>
                <c:pt idx="853">
                  <c:v>1430</c:v>
                </c:pt>
                <c:pt idx="854">
                  <c:v>1560</c:v>
                </c:pt>
                <c:pt idx="855">
                  <c:v>1770</c:v>
                </c:pt>
                <c:pt idx="856">
                  <c:v>1710</c:v>
                </c:pt>
                <c:pt idx="857">
                  <c:v>1590</c:v>
                </c:pt>
                <c:pt idx="858">
                  <c:v>1460</c:v>
                </c:pt>
                <c:pt idx="859">
                  <c:v>1390</c:v>
                </c:pt>
                <c:pt idx="860">
                  <c:v>1390</c:v>
                </c:pt>
                <c:pt idx="861">
                  <c:v>1390</c:v>
                </c:pt>
                <c:pt idx="862">
                  <c:v>1480</c:v>
                </c:pt>
                <c:pt idx="863">
                  <c:v>1520</c:v>
                </c:pt>
                <c:pt idx="864">
                  <c:v>1480</c:v>
                </c:pt>
                <c:pt idx="865">
                  <c:v>1580</c:v>
                </c:pt>
                <c:pt idx="866">
                  <c:v>1600</c:v>
                </c:pt>
                <c:pt idx="867">
                  <c:v>1510</c:v>
                </c:pt>
                <c:pt idx="868">
                  <c:v>1430</c:v>
                </c:pt>
                <c:pt idx="869">
                  <c:v>1400</c:v>
                </c:pt>
                <c:pt idx="870">
                  <c:v>1350</c:v>
                </c:pt>
                <c:pt idx="871">
                  <c:v>1320</c:v>
                </c:pt>
                <c:pt idx="872">
                  <c:v>1320</c:v>
                </c:pt>
                <c:pt idx="873">
                  <c:v>1310</c:v>
                </c:pt>
                <c:pt idx="874">
                  <c:v>1270</c:v>
                </c:pt>
                <c:pt idx="875">
                  <c:v>1340</c:v>
                </c:pt>
                <c:pt idx="876">
                  <c:v>1450</c:v>
                </c:pt>
                <c:pt idx="877">
                  <c:v>1510</c:v>
                </c:pt>
                <c:pt idx="878">
                  <c:v>1510</c:v>
                </c:pt>
                <c:pt idx="879">
                  <c:v>1510</c:v>
                </c:pt>
                <c:pt idx="880">
                  <c:v>1560</c:v>
                </c:pt>
                <c:pt idx="881">
                  <c:v>1550</c:v>
                </c:pt>
                <c:pt idx="882">
                  <c:v>1470</c:v>
                </c:pt>
                <c:pt idx="883">
                  <c:v>1330</c:v>
                </c:pt>
                <c:pt idx="884">
                  <c:v>1200</c:v>
                </c:pt>
                <c:pt idx="885">
                  <c:v>1130</c:v>
                </c:pt>
                <c:pt idx="886">
                  <c:v>1110</c:v>
                </c:pt>
                <c:pt idx="887">
                  <c:v>1150</c:v>
                </c:pt>
                <c:pt idx="888">
                  <c:v>1240</c:v>
                </c:pt>
                <c:pt idx="889">
                  <c:v>1270</c:v>
                </c:pt>
                <c:pt idx="890">
                  <c:v>1270</c:v>
                </c:pt>
                <c:pt idx="891">
                  <c:v>1270</c:v>
                </c:pt>
                <c:pt idx="892">
                  <c:v>1270</c:v>
                </c:pt>
                <c:pt idx="893">
                  <c:v>1270</c:v>
                </c:pt>
                <c:pt idx="894">
                  <c:v>1270</c:v>
                </c:pt>
                <c:pt idx="895">
                  <c:v>1250</c:v>
                </c:pt>
                <c:pt idx="896">
                  <c:v>1220</c:v>
                </c:pt>
                <c:pt idx="897">
                  <c:v>1280</c:v>
                </c:pt>
                <c:pt idx="898">
                  <c:v>1320</c:v>
                </c:pt>
                <c:pt idx="899">
                  <c:v>1340</c:v>
                </c:pt>
                <c:pt idx="900">
                  <c:v>1340</c:v>
                </c:pt>
                <c:pt idx="901">
                  <c:v>1300</c:v>
                </c:pt>
                <c:pt idx="902">
                  <c:v>1230</c:v>
                </c:pt>
                <c:pt idx="903">
                  <c:v>1210</c:v>
                </c:pt>
                <c:pt idx="904">
                  <c:v>1150</c:v>
                </c:pt>
                <c:pt idx="905">
                  <c:v>1080</c:v>
                </c:pt>
                <c:pt idx="906">
                  <c:v>1070</c:v>
                </c:pt>
                <c:pt idx="907">
                  <c:v>1070</c:v>
                </c:pt>
                <c:pt idx="908">
                  <c:v>1060</c:v>
                </c:pt>
                <c:pt idx="909">
                  <c:v>1060</c:v>
                </c:pt>
                <c:pt idx="910">
                  <c:v>1060</c:v>
                </c:pt>
                <c:pt idx="911">
                  <c:v>1050</c:v>
                </c:pt>
                <c:pt idx="912">
                  <c:v>1040</c:v>
                </c:pt>
                <c:pt idx="913">
                  <c:v>1040</c:v>
                </c:pt>
                <c:pt idx="914">
                  <c:v>1090</c:v>
                </c:pt>
                <c:pt idx="915">
                  <c:v>1130</c:v>
                </c:pt>
                <c:pt idx="916">
                  <c:v>1080</c:v>
                </c:pt>
                <c:pt idx="917">
                  <c:v>1030</c:v>
                </c:pt>
                <c:pt idx="918">
                  <c:v>1010</c:v>
                </c:pt>
                <c:pt idx="919">
                  <c:v>1040</c:v>
                </c:pt>
                <c:pt idx="920">
                  <c:v>1080</c:v>
                </c:pt>
                <c:pt idx="921">
                  <c:v>1110</c:v>
                </c:pt>
                <c:pt idx="922">
                  <c:v>1110</c:v>
                </c:pt>
                <c:pt idx="923">
                  <c:v>1110</c:v>
                </c:pt>
                <c:pt idx="924">
                  <c:v>1110</c:v>
                </c:pt>
                <c:pt idx="925">
                  <c:v>1150</c:v>
                </c:pt>
                <c:pt idx="926">
                  <c:v>1190</c:v>
                </c:pt>
                <c:pt idx="927">
                  <c:v>1220</c:v>
                </c:pt>
                <c:pt idx="928">
                  <c:v>1250</c:v>
                </c:pt>
                <c:pt idx="929">
                  <c:v>1240</c:v>
                </c:pt>
                <c:pt idx="930">
                  <c:v>1410</c:v>
                </c:pt>
                <c:pt idx="931">
                  <c:v>1580</c:v>
                </c:pt>
                <c:pt idx="932">
                  <c:v>1560</c:v>
                </c:pt>
                <c:pt idx="933">
                  <c:v>1540</c:v>
                </c:pt>
                <c:pt idx="934">
                  <c:v>1540</c:v>
                </c:pt>
                <c:pt idx="935">
                  <c:v>1610</c:v>
                </c:pt>
                <c:pt idx="936">
                  <c:v>1660</c:v>
                </c:pt>
                <c:pt idx="937">
                  <c:v>1530</c:v>
                </c:pt>
                <c:pt idx="938">
                  <c:v>1370</c:v>
                </c:pt>
                <c:pt idx="939">
                  <c:v>1300</c:v>
                </c:pt>
                <c:pt idx="940">
                  <c:v>1280</c:v>
                </c:pt>
                <c:pt idx="941">
                  <c:v>1280</c:v>
                </c:pt>
                <c:pt idx="942">
                  <c:v>2500</c:v>
                </c:pt>
                <c:pt idx="943">
                  <c:v>6020</c:v>
                </c:pt>
                <c:pt idx="944">
                  <c:v>6100</c:v>
                </c:pt>
                <c:pt idx="945">
                  <c:v>5290</c:v>
                </c:pt>
                <c:pt idx="946">
                  <c:v>4590</c:v>
                </c:pt>
                <c:pt idx="947">
                  <c:v>4220</c:v>
                </c:pt>
                <c:pt idx="948">
                  <c:v>4130</c:v>
                </c:pt>
                <c:pt idx="949">
                  <c:v>3760</c:v>
                </c:pt>
                <c:pt idx="950">
                  <c:v>3450</c:v>
                </c:pt>
                <c:pt idx="951">
                  <c:v>3340</c:v>
                </c:pt>
                <c:pt idx="952">
                  <c:v>3340</c:v>
                </c:pt>
                <c:pt idx="953">
                  <c:v>3190</c:v>
                </c:pt>
                <c:pt idx="954">
                  <c:v>2810</c:v>
                </c:pt>
                <c:pt idx="955">
                  <c:v>2660</c:v>
                </c:pt>
                <c:pt idx="956">
                  <c:v>2720</c:v>
                </c:pt>
                <c:pt idx="957">
                  <c:v>2530</c:v>
                </c:pt>
                <c:pt idx="958">
                  <c:v>2380</c:v>
                </c:pt>
                <c:pt idx="959">
                  <c:v>2220</c:v>
                </c:pt>
                <c:pt idx="960">
                  <c:v>2160</c:v>
                </c:pt>
                <c:pt idx="961">
                  <c:v>2000</c:v>
                </c:pt>
                <c:pt idx="962">
                  <c:v>1890</c:v>
                </c:pt>
                <c:pt idx="963">
                  <c:v>1810</c:v>
                </c:pt>
                <c:pt idx="964">
                  <c:v>1810</c:v>
                </c:pt>
                <c:pt idx="965">
                  <c:v>2320</c:v>
                </c:pt>
                <c:pt idx="966">
                  <c:v>3030</c:v>
                </c:pt>
                <c:pt idx="967">
                  <c:v>2700</c:v>
                </c:pt>
                <c:pt idx="968">
                  <c:v>3360</c:v>
                </c:pt>
                <c:pt idx="969">
                  <c:v>3990</c:v>
                </c:pt>
                <c:pt idx="970">
                  <c:v>3900</c:v>
                </c:pt>
                <c:pt idx="971">
                  <c:v>3780</c:v>
                </c:pt>
                <c:pt idx="972">
                  <c:v>3490</c:v>
                </c:pt>
                <c:pt idx="973">
                  <c:v>3220</c:v>
                </c:pt>
                <c:pt idx="974">
                  <c:v>3080</c:v>
                </c:pt>
                <c:pt idx="975">
                  <c:v>3040</c:v>
                </c:pt>
                <c:pt idx="976">
                  <c:v>2910</c:v>
                </c:pt>
                <c:pt idx="977">
                  <c:v>2730</c:v>
                </c:pt>
                <c:pt idx="978">
                  <c:v>2530</c:v>
                </c:pt>
                <c:pt idx="979">
                  <c:v>2490</c:v>
                </c:pt>
                <c:pt idx="980">
                  <c:v>2450</c:v>
                </c:pt>
                <c:pt idx="981">
                  <c:v>2330</c:v>
                </c:pt>
                <c:pt idx="982">
                  <c:v>2260</c:v>
                </c:pt>
                <c:pt idx="983">
                  <c:v>2210</c:v>
                </c:pt>
                <c:pt idx="984">
                  <c:v>2290</c:v>
                </c:pt>
                <c:pt idx="985">
                  <c:v>2390</c:v>
                </c:pt>
                <c:pt idx="986">
                  <c:v>2380</c:v>
                </c:pt>
                <c:pt idx="987">
                  <c:v>2240</c:v>
                </c:pt>
                <c:pt idx="988">
                  <c:v>2130</c:v>
                </c:pt>
                <c:pt idx="989">
                  <c:v>2050</c:v>
                </c:pt>
                <c:pt idx="990">
                  <c:v>2030</c:v>
                </c:pt>
                <c:pt idx="991">
                  <c:v>1890</c:v>
                </c:pt>
                <c:pt idx="992">
                  <c:v>1660</c:v>
                </c:pt>
                <c:pt idx="993">
                  <c:v>1680</c:v>
                </c:pt>
                <c:pt idx="994">
                  <c:v>1500</c:v>
                </c:pt>
                <c:pt idx="995">
                  <c:v>1510</c:v>
                </c:pt>
                <c:pt idx="996">
                  <c:v>1730</c:v>
                </c:pt>
                <c:pt idx="997">
                  <c:v>1810</c:v>
                </c:pt>
                <c:pt idx="998">
                  <c:v>1940</c:v>
                </c:pt>
                <c:pt idx="999">
                  <c:v>2190</c:v>
                </c:pt>
                <c:pt idx="1000">
                  <c:v>2390</c:v>
                </c:pt>
                <c:pt idx="1001">
                  <c:v>2310</c:v>
                </c:pt>
                <c:pt idx="1002">
                  <c:v>2100</c:v>
                </c:pt>
                <c:pt idx="1003">
                  <c:v>2050</c:v>
                </c:pt>
                <c:pt idx="1004">
                  <c:v>1970</c:v>
                </c:pt>
                <c:pt idx="1005">
                  <c:v>1800</c:v>
                </c:pt>
                <c:pt idx="1006">
                  <c:v>1540</c:v>
                </c:pt>
                <c:pt idx="1007">
                  <c:v>1160</c:v>
                </c:pt>
                <c:pt idx="1008">
                  <c:v>1020</c:v>
                </c:pt>
                <c:pt idx="1009">
                  <c:v>1230</c:v>
                </c:pt>
                <c:pt idx="1010">
                  <c:v>1500</c:v>
                </c:pt>
                <c:pt idx="1011">
                  <c:v>1720</c:v>
                </c:pt>
                <c:pt idx="1012">
                  <c:v>1790</c:v>
                </c:pt>
                <c:pt idx="1013">
                  <c:v>1780</c:v>
                </c:pt>
                <c:pt idx="1014">
                  <c:v>1820</c:v>
                </c:pt>
                <c:pt idx="1015">
                  <c:v>1860</c:v>
                </c:pt>
                <c:pt idx="1016">
                  <c:v>1800</c:v>
                </c:pt>
                <c:pt idx="1017">
                  <c:v>1850</c:v>
                </c:pt>
                <c:pt idx="1018">
                  <c:v>1730</c:v>
                </c:pt>
                <c:pt idx="1019">
                  <c:v>1540</c:v>
                </c:pt>
                <c:pt idx="1020">
                  <c:v>1690</c:v>
                </c:pt>
                <c:pt idx="1021">
                  <c:v>1760</c:v>
                </c:pt>
                <c:pt idx="1022">
                  <c:v>2370</c:v>
                </c:pt>
                <c:pt idx="1023">
                  <c:v>3720</c:v>
                </c:pt>
                <c:pt idx="1024">
                  <c:v>3960</c:v>
                </c:pt>
                <c:pt idx="1025">
                  <c:v>3200</c:v>
                </c:pt>
                <c:pt idx="1026">
                  <c:v>2450</c:v>
                </c:pt>
                <c:pt idx="1027">
                  <c:v>2420</c:v>
                </c:pt>
                <c:pt idx="1028">
                  <c:v>2470</c:v>
                </c:pt>
                <c:pt idx="1029">
                  <c:v>2490</c:v>
                </c:pt>
                <c:pt idx="1030">
                  <c:v>2530</c:v>
                </c:pt>
                <c:pt idx="1031">
                  <c:v>2600</c:v>
                </c:pt>
                <c:pt idx="1032">
                  <c:v>2550</c:v>
                </c:pt>
                <c:pt idx="1033">
                  <c:v>2560</c:v>
                </c:pt>
                <c:pt idx="1034">
                  <c:v>2750</c:v>
                </c:pt>
                <c:pt idx="1035">
                  <c:v>3220</c:v>
                </c:pt>
                <c:pt idx="1036">
                  <c:v>3410</c:v>
                </c:pt>
                <c:pt idx="1037">
                  <c:v>3490</c:v>
                </c:pt>
                <c:pt idx="1038">
                  <c:v>3400</c:v>
                </c:pt>
                <c:pt idx="1039">
                  <c:v>3140</c:v>
                </c:pt>
                <c:pt idx="1040">
                  <c:v>2930</c:v>
                </c:pt>
                <c:pt idx="1041">
                  <c:v>2710</c:v>
                </c:pt>
                <c:pt idx="1042">
                  <c:v>2350</c:v>
                </c:pt>
                <c:pt idx="1043">
                  <c:v>2180</c:v>
                </c:pt>
                <c:pt idx="1044">
                  <c:v>2140</c:v>
                </c:pt>
                <c:pt idx="1045">
                  <c:v>2030</c:v>
                </c:pt>
                <c:pt idx="1046">
                  <c:v>2130</c:v>
                </c:pt>
                <c:pt idx="1047">
                  <c:v>2000</c:v>
                </c:pt>
                <c:pt idx="1048">
                  <c:v>1760</c:v>
                </c:pt>
                <c:pt idx="1049">
                  <c:v>2010</c:v>
                </c:pt>
                <c:pt idx="1050">
                  <c:v>2160</c:v>
                </c:pt>
                <c:pt idx="1051">
                  <c:v>2140</c:v>
                </c:pt>
                <c:pt idx="1052">
                  <c:v>2200</c:v>
                </c:pt>
                <c:pt idx="1053">
                  <c:v>2150</c:v>
                </c:pt>
                <c:pt idx="1054">
                  <c:v>1810</c:v>
                </c:pt>
                <c:pt idx="1055">
                  <c:v>1680</c:v>
                </c:pt>
                <c:pt idx="1056">
                  <c:v>1680</c:v>
                </c:pt>
                <c:pt idx="1057">
                  <c:v>1830</c:v>
                </c:pt>
                <c:pt idx="1058">
                  <c:v>1970</c:v>
                </c:pt>
                <c:pt idx="1059">
                  <c:v>2010</c:v>
                </c:pt>
                <c:pt idx="1060">
                  <c:v>2070</c:v>
                </c:pt>
                <c:pt idx="1061">
                  <c:v>2500</c:v>
                </c:pt>
                <c:pt idx="1062">
                  <c:v>6160</c:v>
                </c:pt>
                <c:pt idx="1063">
                  <c:v>10200</c:v>
                </c:pt>
                <c:pt idx="1064">
                  <c:v>8470</c:v>
                </c:pt>
                <c:pt idx="1065">
                  <c:v>7670</c:v>
                </c:pt>
                <c:pt idx="1066">
                  <c:v>7020</c:v>
                </c:pt>
                <c:pt idx="1067">
                  <c:v>6430</c:v>
                </c:pt>
                <c:pt idx="1068">
                  <c:v>6200</c:v>
                </c:pt>
                <c:pt idx="1069">
                  <c:v>5760</c:v>
                </c:pt>
                <c:pt idx="1070">
                  <c:v>5020</c:v>
                </c:pt>
                <c:pt idx="1071">
                  <c:v>4310</c:v>
                </c:pt>
                <c:pt idx="1072">
                  <c:v>4030</c:v>
                </c:pt>
                <c:pt idx="1073">
                  <c:v>3920</c:v>
                </c:pt>
                <c:pt idx="1074">
                  <c:v>3610</c:v>
                </c:pt>
                <c:pt idx="1075">
                  <c:v>3290</c:v>
                </c:pt>
                <c:pt idx="1076">
                  <c:v>3150</c:v>
                </c:pt>
                <c:pt idx="1077">
                  <c:v>3030</c:v>
                </c:pt>
                <c:pt idx="1078">
                  <c:v>2980</c:v>
                </c:pt>
                <c:pt idx="1079">
                  <c:v>2950</c:v>
                </c:pt>
                <c:pt idx="1080">
                  <c:v>2860</c:v>
                </c:pt>
                <c:pt idx="1081">
                  <c:v>2800</c:v>
                </c:pt>
                <c:pt idx="1082">
                  <c:v>2590</c:v>
                </c:pt>
                <c:pt idx="1083">
                  <c:v>2220</c:v>
                </c:pt>
                <c:pt idx="1084">
                  <c:v>2060</c:v>
                </c:pt>
                <c:pt idx="1085">
                  <c:v>2050</c:v>
                </c:pt>
                <c:pt idx="1086">
                  <c:v>2110</c:v>
                </c:pt>
                <c:pt idx="1087">
                  <c:v>2070</c:v>
                </c:pt>
                <c:pt idx="1088">
                  <c:v>2060</c:v>
                </c:pt>
                <c:pt idx="1089">
                  <c:v>2120</c:v>
                </c:pt>
                <c:pt idx="1090">
                  <c:v>2430</c:v>
                </c:pt>
                <c:pt idx="1091">
                  <c:v>2540</c:v>
                </c:pt>
                <c:pt idx="1092">
                  <c:v>2390</c:v>
                </c:pt>
                <c:pt idx="1093">
                  <c:v>2230</c:v>
                </c:pt>
                <c:pt idx="1094">
                  <c:v>2060</c:v>
                </c:pt>
                <c:pt idx="1095">
                  <c:v>1920</c:v>
                </c:pt>
                <c:pt idx="1096">
                  <c:v>1920</c:v>
                </c:pt>
                <c:pt idx="1097">
                  <c:v>2060</c:v>
                </c:pt>
                <c:pt idx="1098">
                  <c:v>2320</c:v>
                </c:pt>
                <c:pt idx="1099">
                  <c:v>2470</c:v>
                </c:pt>
                <c:pt idx="1100">
                  <c:v>2490</c:v>
                </c:pt>
                <c:pt idx="1101">
                  <c:v>2360</c:v>
                </c:pt>
                <c:pt idx="1102">
                  <c:v>2340</c:v>
                </c:pt>
                <c:pt idx="1103">
                  <c:v>2350</c:v>
                </c:pt>
                <c:pt idx="1104">
                  <c:v>2380</c:v>
                </c:pt>
                <c:pt idx="1105">
                  <c:v>2580</c:v>
                </c:pt>
                <c:pt idx="1106">
                  <c:v>2530</c:v>
                </c:pt>
                <c:pt idx="1107">
                  <c:v>2470</c:v>
                </c:pt>
                <c:pt idx="1108">
                  <c:v>2470</c:v>
                </c:pt>
                <c:pt idx="1109">
                  <c:v>2360</c:v>
                </c:pt>
                <c:pt idx="1110">
                  <c:v>2120</c:v>
                </c:pt>
                <c:pt idx="1111">
                  <c:v>2050</c:v>
                </c:pt>
                <c:pt idx="1112">
                  <c:v>2180</c:v>
                </c:pt>
                <c:pt idx="1113">
                  <c:v>2330</c:v>
                </c:pt>
                <c:pt idx="1114">
                  <c:v>2780</c:v>
                </c:pt>
                <c:pt idx="1115">
                  <c:v>4950</c:v>
                </c:pt>
                <c:pt idx="1116">
                  <c:v>5760</c:v>
                </c:pt>
                <c:pt idx="1117">
                  <c:v>4930</c:v>
                </c:pt>
                <c:pt idx="1118">
                  <c:v>4800</c:v>
                </c:pt>
                <c:pt idx="1119">
                  <c:v>4610</c:v>
                </c:pt>
                <c:pt idx="1120">
                  <c:v>4510</c:v>
                </c:pt>
                <c:pt idx="1121">
                  <c:v>4670</c:v>
                </c:pt>
                <c:pt idx="1122">
                  <c:v>5030</c:v>
                </c:pt>
                <c:pt idx="1123">
                  <c:v>5270</c:v>
                </c:pt>
                <c:pt idx="1124">
                  <c:v>5090</c:v>
                </c:pt>
                <c:pt idx="1125">
                  <c:v>4980</c:v>
                </c:pt>
                <c:pt idx="1126">
                  <c:v>4750</c:v>
                </c:pt>
                <c:pt idx="1127">
                  <c:v>4560</c:v>
                </c:pt>
                <c:pt idx="1128">
                  <c:v>4500</c:v>
                </c:pt>
                <c:pt idx="1129">
                  <c:v>4330</c:v>
                </c:pt>
                <c:pt idx="1130">
                  <c:v>4050</c:v>
                </c:pt>
                <c:pt idx="1131">
                  <c:v>3710</c:v>
                </c:pt>
                <c:pt idx="1132">
                  <c:v>3370</c:v>
                </c:pt>
                <c:pt idx="1133">
                  <c:v>3280</c:v>
                </c:pt>
                <c:pt idx="1134">
                  <c:v>3680</c:v>
                </c:pt>
                <c:pt idx="1135">
                  <c:v>4780</c:v>
                </c:pt>
                <c:pt idx="1136">
                  <c:v>5200</c:v>
                </c:pt>
                <c:pt idx="1137">
                  <c:v>4540</c:v>
                </c:pt>
                <c:pt idx="1138">
                  <c:v>4420</c:v>
                </c:pt>
                <c:pt idx="1139">
                  <c:v>4280</c:v>
                </c:pt>
                <c:pt idx="1140">
                  <c:v>3550</c:v>
                </c:pt>
                <c:pt idx="1141">
                  <c:v>3160</c:v>
                </c:pt>
                <c:pt idx="1142">
                  <c:v>3670</c:v>
                </c:pt>
                <c:pt idx="1143">
                  <c:v>3980</c:v>
                </c:pt>
                <c:pt idx="1144">
                  <c:v>4130</c:v>
                </c:pt>
                <c:pt idx="1145">
                  <c:v>3900</c:v>
                </c:pt>
                <c:pt idx="1146">
                  <c:v>3470</c:v>
                </c:pt>
                <c:pt idx="1147">
                  <c:v>3180</c:v>
                </c:pt>
                <c:pt idx="1148">
                  <c:v>3120</c:v>
                </c:pt>
                <c:pt idx="1149">
                  <c:v>2950</c:v>
                </c:pt>
                <c:pt idx="1150">
                  <c:v>2990</c:v>
                </c:pt>
                <c:pt idx="1151">
                  <c:v>3210</c:v>
                </c:pt>
                <c:pt idx="1152">
                  <c:v>3190</c:v>
                </c:pt>
                <c:pt idx="1153">
                  <c:v>3240</c:v>
                </c:pt>
                <c:pt idx="1154">
                  <c:v>3260</c:v>
                </c:pt>
                <c:pt idx="1155">
                  <c:v>3040</c:v>
                </c:pt>
                <c:pt idx="1156">
                  <c:v>2520</c:v>
                </c:pt>
                <c:pt idx="1157">
                  <c:v>2380</c:v>
                </c:pt>
                <c:pt idx="1158">
                  <c:v>2440</c:v>
                </c:pt>
                <c:pt idx="1159">
                  <c:v>2380</c:v>
                </c:pt>
                <c:pt idx="1160">
                  <c:v>2400</c:v>
                </c:pt>
                <c:pt idx="1161">
                  <c:v>2400</c:v>
                </c:pt>
                <c:pt idx="1162">
                  <c:v>2580</c:v>
                </c:pt>
                <c:pt idx="1163">
                  <c:v>2650</c:v>
                </c:pt>
                <c:pt idx="1164">
                  <c:v>2320</c:v>
                </c:pt>
                <c:pt idx="1165">
                  <c:v>2100</c:v>
                </c:pt>
                <c:pt idx="1166">
                  <c:v>2040</c:v>
                </c:pt>
                <c:pt idx="1167">
                  <c:v>2010</c:v>
                </c:pt>
                <c:pt idx="1168">
                  <c:v>1910</c:v>
                </c:pt>
                <c:pt idx="1169">
                  <c:v>1720</c:v>
                </c:pt>
                <c:pt idx="1170">
                  <c:v>1570</c:v>
                </c:pt>
                <c:pt idx="1171">
                  <c:v>1550</c:v>
                </c:pt>
                <c:pt idx="1172">
                  <c:v>1450</c:v>
                </c:pt>
                <c:pt idx="1173">
                  <c:v>1410</c:v>
                </c:pt>
                <c:pt idx="1174">
                  <c:v>1410</c:v>
                </c:pt>
                <c:pt idx="1175">
                  <c:v>1440</c:v>
                </c:pt>
                <c:pt idx="1176">
                  <c:v>1350</c:v>
                </c:pt>
                <c:pt idx="1177">
                  <c:v>1320</c:v>
                </c:pt>
                <c:pt idx="1178">
                  <c:v>1410</c:v>
                </c:pt>
                <c:pt idx="1179">
                  <c:v>1560</c:v>
                </c:pt>
                <c:pt idx="1180">
                  <c:v>1690</c:v>
                </c:pt>
                <c:pt idx="1181">
                  <c:v>1730</c:v>
                </c:pt>
                <c:pt idx="1182">
                  <c:v>1730</c:v>
                </c:pt>
                <c:pt idx="1183">
                  <c:v>1670</c:v>
                </c:pt>
                <c:pt idx="1184">
                  <c:v>1490</c:v>
                </c:pt>
                <c:pt idx="1185">
                  <c:v>1230</c:v>
                </c:pt>
                <c:pt idx="1186">
                  <c:v>1170</c:v>
                </c:pt>
                <c:pt idx="1187">
                  <c:v>1250</c:v>
                </c:pt>
                <c:pt idx="1188">
                  <c:v>1330</c:v>
                </c:pt>
                <c:pt idx="1189">
                  <c:v>1520</c:v>
                </c:pt>
                <c:pt idx="1190">
                  <c:v>1570</c:v>
                </c:pt>
                <c:pt idx="1191">
                  <c:v>1470</c:v>
                </c:pt>
                <c:pt idx="1192">
                  <c:v>1360</c:v>
                </c:pt>
                <c:pt idx="1193">
                  <c:v>1180</c:v>
                </c:pt>
                <c:pt idx="1194">
                  <c:v>1070</c:v>
                </c:pt>
                <c:pt idx="1195">
                  <c:v>1050</c:v>
                </c:pt>
                <c:pt idx="1196">
                  <c:v>1230</c:v>
                </c:pt>
                <c:pt idx="1197">
                  <c:v>1440</c:v>
                </c:pt>
                <c:pt idx="1198">
                  <c:v>1340</c:v>
                </c:pt>
                <c:pt idx="1199">
                  <c:v>1190</c:v>
                </c:pt>
                <c:pt idx="1200">
                  <c:v>1110</c:v>
                </c:pt>
                <c:pt idx="1201">
                  <c:v>965</c:v>
                </c:pt>
                <c:pt idx="1202">
                  <c:v>850</c:v>
                </c:pt>
                <c:pt idx="1203">
                  <c:v>836</c:v>
                </c:pt>
                <c:pt idx="1204">
                  <c:v>836</c:v>
                </c:pt>
                <c:pt idx="1205">
                  <c:v>875</c:v>
                </c:pt>
                <c:pt idx="1206">
                  <c:v>940</c:v>
                </c:pt>
                <c:pt idx="1207">
                  <c:v>986</c:v>
                </c:pt>
                <c:pt idx="1208">
                  <c:v>1030</c:v>
                </c:pt>
                <c:pt idx="1209">
                  <c:v>1080</c:v>
                </c:pt>
                <c:pt idx="1210">
                  <c:v>1090</c:v>
                </c:pt>
                <c:pt idx="1211">
                  <c:v>1090</c:v>
                </c:pt>
                <c:pt idx="1212">
                  <c:v>1090</c:v>
                </c:pt>
                <c:pt idx="1213">
                  <c:v>1090</c:v>
                </c:pt>
                <c:pt idx="1214">
                  <c:v>1140</c:v>
                </c:pt>
                <c:pt idx="1215">
                  <c:v>1190</c:v>
                </c:pt>
                <c:pt idx="1216">
                  <c:v>1200</c:v>
                </c:pt>
                <c:pt idx="1217">
                  <c:v>1170</c:v>
                </c:pt>
                <c:pt idx="1218">
                  <c:v>1170</c:v>
                </c:pt>
                <c:pt idx="1219">
                  <c:v>1240</c:v>
                </c:pt>
                <c:pt idx="1220">
                  <c:v>1220</c:v>
                </c:pt>
                <c:pt idx="1221">
                  <c:v>1190</c:v>
                </c:pt>
                <c:pt idx="1222">
                  <c:v>1080</c:v>
                </c:pt>
                <c:pt idx="1223">
                  <c:v>969</c:v>
                </c:pt>
                <c:pt idx="1224">
                  <c:v>920</c:v>
                </c:pt>
                <c:pt idx="1225">
                  <c:v>917</c:v>
                </c:pt>
                <c:pt idx="1226">
                  <c:v>988</c:v>
                </c:pt>
                <c:pt idx="1227">
                  <c:v>1020</c:v>
                </c:pt>
                <c:pt idx="1228">
                  <c:v>908</c:v>
                </c:pt>
                <c:pt idx="1229">
                  <c:v>1070</c:v>
                </c:pt>
                <c:pt idx="1230">
                  <c:v>1200</c:v>
                </c:pt>
                <c:pt idx="1231">
                  <c:v>1130</c:v>
                </c:pt>
                <c:pt idx="1232">
                  <c:v>1110</c:v>
                </c:pt>
                <c:pt idx="1233">
                  <c:v>976</c:v>
                </c:pt>
                <c:pt idx="1234">
                  <c:v>911</c:v>
                </c:pt>
                <c:pt idx="1235">
                  <c:v>909</c:v>
                </c:pt>
                <c:pt idx="1236">
                  <c:v>909</c:v>
                </c:pt>
                <c:pt idx="1237">
                  <c:v>909</c:v>
                </c:pt>
                <c:pt idx="1238">
                  <c:v>909</c:v>
                </c:pt>
                <c:pt idx="1239">
                  <c:v>910</c:v>
                </c:pt>
                <c:pt idx="1240">
                  <c:v>911</c:v>
                </c:pt>
                <c:pt idx="1241">
                  <c:v>912</c:v>
                </c:pt>
                <c:pt idx="1242">
                  <c:v>896</c:v>
                </c:pt>
                <c:pt idx="1243">
                  <c:v>895</c:v>
                </c:pt>
                <c:pt idx="1244">
                  <c:v>1180</c:v>
                </c:pt>
                <c:pt idx="1245">
                  <c:v>1360</c:v>
                </c:pt>
                <c:pt idx="1246">
                  <c:v>1380</c:v>
                </c:pt>
                <c:pt idx="1247">
                  <c:v>1340</c:v>
                </c:pt>
                <c:pt idx="1248">
                  <c:v>1270</c:v>
                </c:pt>
                <c:pt idx="1249">
                  <c:v>1160</c:v>
                </c:pt>
                <c:pt idx="1250">
                  <c:v>2100</c:v>
                </c:pt>
                <c:pt idx="1251">
                  <c:v>2980</c:v>
                </c:pt>
                <c:pt idx="1252">
                  <c:v>3050</c:v>
                </c:pt>
                <c:pt idx="1253">
                  <c:v>2810</c:v>
                </c:pt>
                <c:pt idx="1254">
                  <c:v>2220</c:v>
                </c:pt>
                <c:pt idx="1255">
                  <c:v>1720</c:v>
                </c:pt>
                <c:pt idx="1256">
                  <c:v>1970</c:v>
                </c:pt>
                <c:pt idx="1257">
                  <c:v>3300</c:v>
                </c:pt>
                <c:pt idx="1258">
                  <c:v>3750</c:v>
                </c:pt>
                <c:pt idx="1259">
                  <c:v>2860</c:v>
                </c:pt>
                <c:pt idx="1260">
                  <c:v>2580</c:v>
                </c:pt>
                <c:pt idx="1261">
                  <c:v>2480</c:v>
                </c:pt>
                <c:pt idx="1262">
                  <c:v>2200</c:v>
                </c:pt>
                <c:pt idx="1263">
                  <c:v>1840</c:v>
                </c:pt>
                <c:pt idx="1264">
                  <c:v>1610</c:v>
                </c:pt>
                <c:pt idx="1265">
                  <c:v>1540</c:v>
                </c:pt>
                <c:pt idx="1266">
                  <c:v>1500</c:v>
                </c:pt>
                <c:pt idx="1267">
                  <c:v>1420</c:v>
                </c:pt>
                <c:pt idx="1268">
                  <c:v>1370</c:v>
                </c:pt>
                <c:pt idx="1269">
                  <c:v>1350</c:v>
                </c:pt>
                <c:pt idx="1270">
                  <c:v>1320</c:v>
                </c:pt>
                <c:pt idx="1271">
                  <c:v>1270</c:v>
                </c:pt>
                <c:pt idx="1272">
                  <c:v>1220</c:v>
                </c:pt>
                <c:pt idx="1273">
                  <c:v>1100</c:v>
                </c:pt>
                <c:pt idx="1274">
                  <c:v>1220</c:v>
                </c:pt>
                <c:pt idx="1275">
                  <c:v>1340</c:v>
                </c:pt>
                <c:pt idx="1276">
                  <c:v>1160</c:v>
                </c:pt>
                <c:pt idx="1277">
                  <c:v>1090</c:v>
                </c:pt>
                <c:pt idx="1278">
                  <c:v>1090</c:v>
                </c:pt>
                <c:pt idx="1279">
                  <c:v>1130</c:v>
                </c:pt>
                <c:pt idx="1280">
                  <c:v>1160</c:v>
                </c:pt>
                <c:pt idx="1281">
                  <c:v>1180</c:v>
                </c:pt>
                <c:pt idx="1282">
                  <c:v>1180</c:v>
                </c:pt>
                <c:pt idx="1283">
                  <c:v>1180</c:v>
                </c:pt>
                <c:pt idx="1284">
                  <c:v>1200</c:v>
                </c:pt>
                <c:pt idx="1285">
                  <c:v>1300</c:v>
                </c:pt>
                <c:pt idx="1286">
                  <c:v>1830</c:v>
                </c:pt>
                <c:pt idx="1287">
                  <c:v>2030</c:v>
                </c:pt>
                <c:pt idx="1288">
                  <c:v>1890</c:v>
                </c:pt>
                <c:pt idx="1289">
                  <c:v>1930</c:v>
                </c:pt>
                <c:pt idx="1290">
                  <c:v>2230</c:v>
                </c:pt>
                <c:pt idx="1291">
                  <c:v>2190</c:v>
                </c:pt>
                <c:pt idx="1292">
                  <c:v>2270</c:v>
                </c:pt>
                <c:pt idx="1293">
                  <c:v>2620</c:v>
                </c:pt>
                <c:pt idx="1294">
                  <c:v>2640</c:v>
                </c:pt>
                <c:pt idx="1295">
                  <c:v>2780</c:v>
                </c:pt>
                <c:pt idx="1296">
                  <c:v>3040</c:v>
                </c:pt>
                <c:pt idx="1297">
                  <c:v>3090</c:v>
                </c:pt>
                <c:pt idx="1298">
                  <c:v>2610</c:v>
                </c:pt>
                <c:pt idx="1299">
                  <c:v>1810</c:v>
                </c:pt>
                <c:pt idx="1300">
                  <c:v>1580</c:v>
                </c:pt>
                <c:pt idx="1301">
                  <c:v>1640</c:v>
                </c:pt>
                <c:pt idx="1302">
                  <c:v>1700</c:v>
                </c:pt>
                <c:pt idx="1303">
                  <c:v>1760</c:v>
                </c:pt>
                <c:pt idx="1304">
                  <c:v>1700</c:v>
                </c:pt>
                <c:pt idx="1305">
                  <c:v>1660</c:v>
                </c:pt>
                <c:pt idx="1306">
                  <c:v>1670</c:v>
                </c:pt>
                <c:pt idx="1307">
                  <c:v>1680</c:v>
                </c:pt>
                <c:pt idx="1308">
                  <c:v>1670</c:v>
                </c:pt>
                <c:pt idx="1309">
                  <c:v>1600</c:v>
                </c:pt>
                <c:pt idx="1310">
                  <c:v>1550</c:v>
                </c:pt>
                <c:pt idx="1311">
                  <c:v>1540</c:v>
                </c:pt>
                <c:pt idx="1312">
                  <c:v>1560</c:v>
                </c:pt>
                <c:pt idx="1313">
                  <c:v>1580</c:v>
                </c:pt>
                <c:pt idx="1314">
                  <c:v>1690</c:v>
                </c:pt>
                <c:pt idx="1315">
                  <c:v>1810</c:v>
                </c:pt>
                <c:pt idx="1316">
                  <c:v>1940</c:v>
                </c:pt>
                <c:pt idx="1317">
                  <c:v>1890</c:v>
                </c:pt>
                <c:pt idx="1318">
                  <c:v>1770</c:v>
                </c:pt>
                <c:pt idx="1319">
                  <c:v>1730</c:v>
                </c:pt>
                <c:pt idx="1320">
                  <c:v>1840</c:v>
                </c:pt>
                <c:pt idx="1321">
                  <c:v>2330</c:v>
                </c:pt>
                <c:pt idx="1322">
                  <c:v>3390</c:v>
                </c:pt>
                <c:pt idx="1323">
                  <c:v>3470</c:v>
                </c:pt>
                <c:pt idx="1324">
                  <c:v>3050</c:v>
                </c:pt>
                <c:pt idx="1325">
                  <c:v>2580</c:v>
                </c:pt>
                <c:pt idx="1326">
                  <c:v>2370</c:v>
                </c:pt>
                <c:pt idx="1327">
                  <c:v>2260</c:v>
                </c:pt>
                <c:pt idx="1328">
                  <c:v>2160</c:v>
                </c:pt>
                <c:pt idx="1329">
                  <c:v>2180</c:v>
                </c:pt>
                <c:pt idx="1330">
                  <c:v>2190</c:v>
                </c:pt>
                <c:pt idx="1331">
                  <c:v>2240</c:v>
                </c:pt>
                <c:pt idx="1332">
                  <c:v>2250</c:v>
                </c:pt>
                <c:pt idx="1333">
                  <c:v>2120</c:v>
                </c:pt>
                <c:pt idx="1334">
                  <c:v>1940</c:v>
                </c:pt>
                <c:pt idx="1335">
                  <c:v>1770</c:v>
                </c:pt>
                <c:pt idx="1336">
                  <c:v>1700</c:v>
                </c:pt>
                <c:pt idx="1337">
                  <c:v>1710</c:v>
                </c:pt>
                <c:pt idx="1338">
                  <c:v>1620</c:v>
                </c:pt>
                <c:pt idx="1339">
                  <c:v>1680</c:v>
                </c:pt>
                <c:pt idx="1340">
                  <c:v>1880</c:v>
                </c:pt>
                <c:pt idx="1341">
                  <c:v>2140</c:v>
                </c:pt>
                <c:pt idx="1342">
                  <c:v>2240</c:v>
                </c:pt>
                <c:pt idx="1343">
                  <c:v>2130</c:v>
                </c:pt>
                <c:pt idx="1344">
                  <c:v>1980</c:v>
                </c:pt>
                <c:pt idx="1345">
                  <c:v>1790</c:v>
                </c:pt>
                <c:pt idx="1346">
                  <c:v>1710</c:v>
                </c:pt>
                <c:pt idx="1347">
                  <c:v>2050</c:v>
                </c:pt>
                <c:pt idx="1348">
                  <c:v>2600</c:v>
                </c:pt>
                <c:pt idx="1349">
                  <c:v>3540</c:v>
                </c:pt>
                <c:pt idx="1350">
                  <c:v>3180</c:v>
                </c:pt>
                <c:pt idx="1351">
                  <c:v>2720</c:v>
                </c:pt>
                <c:pt idx="1352">
                  <c:v>2510</c:v>
                </c:pt>
                <c:pt idx="1353">
                  <c:v>2300</c:v>
                </c:pt>
                <c:pt idx="1354">
                  <c:v>1950</c:v>
                </c:pt>
                <c:pt idx="1355">
                  <c:v>1860</c:v>
                </c:pt>
                <c:pt idx="1356">
                  <c:v>2000</c:v>
                </c:pt>
                <c:pt idx="1357">
                  <c:v>2120</c:v>
                </c:pt>
                <c:pt idx="1358">
                  <c:v>2050</c:v>
                </c:pt>
                <c:pt idx="1359">
                  <c:v>1960</c:v>
                </c:pt>
                <c:pt idx="1360">
                  <c:v>1850</c:v>
                </c:pt>
                <c:pt idx="1361">
                  <c:v>1700</c:v>
                </c:pt>
                <c:pt idx="1362">
                  <c:v>1760</c:v>
                </c:pt>
                <c:pt idx="1363">
                  <c:v>1800</c:v>
                </c:pt>
                <c:pt idx="1364">
                  <c:v>1890</c:v>
                </c:pt>
                <c:pt idx="1365">
                  <c:v>1940</c:v>
                </c:pt>
                <c:pt idx="1366">
                  <c:v>1930</c:v>
                </c:pt>
                <c:pt idx="1367">
                  <c:v>1930</c:v>
                </c:pt>
                <c:pt idx="1368">
                  <c:v>1870</c:v>
                </c:pt>
                <c:pt idx="1369">
                  <c:v>1720</c:v>
                </c:pt>
                <c:pt idx="1370">
                  <c:v>1660</c:v>
                </c:pt>
                <c:pt idx="1371">
                  <c:v>1680</c:v>
                </c:pt>
                <c:pt idx="1372">
                  <c:v>1810</c:v>
                </c:pt>
                <c:pt idx="1373">
                  <c:v>1960</c:v>
                </c:pt>
                <c:pt idx="1374">
                  <c:v>2080</c:v>
                </c:pt>
                <c:pt idx="1375">
                  <c:v>2150</c:v>
                </c:pt>
                <c:pt idx="1376">
                  <c:v>2320</c:v>
                </c:pt>
                <c:pt idx="1377">
                  <c:v>2540</c:v>
                </c:pt>
                <c:pt idx="1378">
                  <c:v>2550</c:v>
                </c:pt>
                <c:pt idx="1379">
                  <c:v>2350</c:v>
                </c:pt>
                <c:pt idx="1380">
                  <c:v>2280</c:v>
                </c:pt>
                <c:pt idx="1381">
                  <c:v>2340</c:v>
                </c:pt>
                <c:pt idx="1382">
                  <c:v>2350</c:v>
                </c:pt>
                <c:pt idx="1383">
                  <c:v>2390</c:v>
                </c:pt>
                <c:pt idx="1384">
                  <c:v>2950</c:v>
                </c:pt>
                <c:pt idx="1385">
                  <c:v>3150</c:v>
                </c:pt>
                <c:pt idx="1386">
                  <c:v>3220</c:v>
                </c:pt>
                <c:pt idx="1387">
                  <c:v>3110</c:v>
                </c:pt>
                <c:pt idx="1388">
                  <c:v>2870</c:v>
                </c:pt>
                <c:pt idx="1389">
                  <c:v>2660</c:v>
                </c:pt>
                <c:pt idx="1390">
                  <c:v>2310</c:v>
                </c:pt>
                <c:pt idx="1391">
                  <c:v>2010</c:v>
                </c:pt>
                <c:pt idx="1392">
                  <c:v>1910</c:v>
                </c:pt>
                <c:pt idx="1393">
                  <c:v>1780</c:v>
                </c:pt>
                <c:pt idx="1394">
                  <c:v>1570</c:v>
                </c:pt>
                <c:pt idx="1395">
                  <c:v>1580</c:v>
                </c:pt>
                <c:pt idx="1396">
                  <c:v>1610</c:v>
                </c:pt>
                <c:pt idx="1397">
                  <c:v>1590</c:v>
                </c:pt>
                <c:pt idx="1398">
                  <c:v>1480</c:v>
                </c:pt>
                <c:pt idx="1399">
                  <c:v>1380</c:v>
                </c:pt>
                <c:pt idx="1400">
                  <c:v>1380</c:v>
                </c:pt>
                <c:pt idx="1401">
                  <c:v>1410</c:v>
                </c:pt>
                <c:pt idx="1402">
                  <c:v>1420</c:v>
                </c:pt>
                <c:pt idx="1403">
                  <c:v>1420</c:v>
                </c:pt>
                <c:pt idx="1404">
                  <c:v>1500</c:v>
                </c:pt>
                <c:pt idx="1405">
                  <c:v>1540</c:v>
                </c:pt>
                <c:pt idx="1406">
                  <c:v>1580</c:v>
                </c:pt>
                <c:pt idx="1407">
                  <c:v>1670</c:v>
                </c:pt>
                <c:pt idx="1408">
                  <c:v>1770</c:v>
                </c:pt>
                <c:pt idx="1409">
                  <c:v>1910</c:v>
                </c:pt>
                <c:pt idx="1410">
                  <c:v>1960</c:v>
                </c:pt>
                <c:pt idx="1411">
                  <c:v>2190</c:v>
                </c:pt>
                <c:pt idx="1412">
                  <c:v>2760</c:v>
                </c:pt>
                <c:pt idx="1413">
                  <c:v>2980</c:v>
                </c:pt>
                <c:pt idx="1414">
                  <c:v>2990</c:v>
                </c:pt>
                <c:pt idx="1415">
                  <c:v>3000</c:v>
                </c:pt>
                <c:pt idx="1416">
                  <c:v>2990</c:v>
                </c:pt>
                <c:pt idx="1417">
                  <c:v>2990</c:v>
                </c:pt>
                <c:pt idx="1418">
                  <c:v>2980</c:v>
                </c:pt>
                <c:pt idx="1419">
                  <c:v>2990</c:v>
                </c:pt>
                <c:pt idx="1420">
                  <c:v>3000</c:v>
                </c:pt>
                <c:pt idx="1421">
                  <c:v>2850</c:v>
                </c:pt>
                <c:pt idx="1422">
                  <c:v>2520</c:v>
                </c:pt>
                <c:pt idx="1423">
                  <c:v>2220</c:v>
                </c:pt>
                <c:pt idx="1424">
                  <c:v>2060</c:v>
                </c:pt>
                <c:pt idx="1425">
                  <c:v>1960</c:v>
                </c:pt>
                <c:pt idx="1426">
                  <c:v>1860</c:v>
                </c:pt>
                <c:pt idx="1427">
                  <c:v>1910</c:v>
                </c:pt>
                <c:pt idx="1428">
                  <c:v>2020</c:v>
                </c:pt>
                <c:pt idx="1429">
                  <c:v>2060</c:v>
                </c:pt>
                <c:pt idx="1430">
                  <c:v>2140</c:v>
                </c:pt>
                <c:pt idx="1431">
                  <c:v>2360</c:v>
                </c:pt>
                <c:pt idx="1432">
                  <c:v>2070</c:v>
                </c:pt>
                <c:pt idx="1433">
                  <c:v>1770</c:v>
                </c:pt>
                <c:pt idx="1434">
                  <c:v>1930</c:v>
                </c:pt>
                <c:pt idx="1435">
                  <c:v>2040</c:v>
                </c:pt>
                <c:pt idx="1436">
                  <c:v>2200</c:v>
                </c:pt>
                <c:pt idx="1437">
                  <c:v>2430</c:v>
                </c:pt>
                <c:pt idx="1438">
                  <c:v>2530</c:v>
                </c:pt>
                <c:pt idx="1439">
                  <c:v>2460</c:v>
                </c:pt>
                <c:pt idx="1440">
                  <c:v>2270</c:v>
                </c:pt>
                <c:pt idx="1441">
                  <c:v>2030</c:v>
                </c:pt>
                <c:pt idx="1442">
                  <c:v>1950</c:v>
                </c:pt>
                <c:pt idx="1443">
                  <c:v>2030</c:v>
                </c:pt>
                <c:pt idx="1444">
                  <c:v>2160</c:v>
                </c:pt>
                <c:pt idx="1445">
                  <c:v>2330</c:v>
                </c:pt>
                <c:pt idx="1446">
                  <c:v>2320</c:v>
                </c:pt>
                <c:pt idx="1447">
                  <c:v>2220</c:v>
                </c:pt>
                <c:pt idx="1448">
                  <c:v>2160</c:v>
                </c:pt>
                <c:pt idx="1449">
                  <c:v>2350</c:v>
                </c:pt>
                <c:pt idx="1450">
                  <c:v>7730</c:v>
                </c:pt>
                <c:pt idx="1451">
                  <c:v>8000</c:v>
                </c:pt>
                <c:pt idx="1452">
                  <c:v>6270</c:v>
                </c:pt>
                <c:pt idx="1453">
                  <c:v>6380</c:v>
                </c:pt>
                <c:pt idx="1454">
                  <c:v>5880</c:v>
                </c:pt>
                <c:pt idx="1455">
                  <c:v>5440</c:v>
                </c:pt>
                <c:pt idx="1456">
                  <c:v>5500</c:v>
                </c:pt>
                <c:pt idx="1457">
                  <c:v>5520</c:v>
                </c:pt>
                <c:pt idx="1458">
                  <c:v>5510</c:v>
                </c:pt>
                <c:pt idx="1459">
                  <c:v>5500</c:v>
                </c:pt>
                <c:pt idx="1460">
                  <c:v>5230</c:v>
                </c:pt>
                <c:pt idx="1461">
                  <c:v>5060</c:v>
                </c:pt>
                <c:pt idx="1462">
                  <c:v>4890</c:v>
                </c:pt>
                <c:pt idx="1463">
                  <c:v>4790</c:v>
                </c:pt>
                <c:pt idx="1464">
                  <c:v>5050</c:v>
                </c:pt>
                <c:pt idx="1465">
                  <c:v>5450</c:v>
                </c:pt>
                <c:pt idx="1466">
                  <c:v>5550</c:v>
                </c:pt>
                <c:pt idx="1467">
                  <c:v>5240</c:v>
                </c:pt>
                <c:pt idx="1468">
                  <c:v>4600</c:v>
                </c:pt>
                <c:pt idx="1469">
                  <c:v>4100</c:v>
                </c:pt>
                <c:pt idx="1470">
                  <c:v>3940</c:v>
                </c:pt>
                <c:pt idx="1471">
                  <c:v>3710</c:v>
                </c:pt>
                <c:pt idx="1472">
                  <c:v>3460</c:v>
                </c:pt>
                <c:pt idx="1473">
                  <c:v>3370</c:v>
                </c:pt>
                <c:pt idx="1474">
                  <c:v>3440</c:v>
                </c:pt>
                <c:pt idx="1475">
                  <c:v>3670</c:v>
                </c:pt>
                <c:pt idx="1476">
                  <c:v>3780</c:v>
                </c:pt>
                <c:pt idx="1477">
                  <c:v>3770</c:v>
                </c:pt>
                <c:pt idx="1478">
                  <c:v>4050</c:v>
                </c:pt>
                <c:pt idx="1479">
                  <c:v>4240</c:v>
                </c:pt>
                <c:pt idx="1480">
                  <c:v>4450</c:v>
                </c:pt>
                <c:pt idx="1481">
                  <c:v>4660</c:v>
                </c:pt>
                <c:pt idx="1482">
                  <c:v>4990</c:v>
                </c:pt>
                <c:pt idx="1483">
                  <c:v>5550</c:v>
                </c:pt>
                <c:pt idx="1484">
                  <c:v>6190</c:v>
                </c:pt>
                <c:pt idx="1485">
                  <c:v>6350</c:v>
                </c:pt>
                <c:pt idx="1486">
                  <c:v>5690</c:v>
                </c:pt>
                <c:pt idx="1487">
                  <c:v>5410</c:v>
                </c:pt>
                <c:pt idx="1488">
                  <c:v>5210</c:v>
                </c:pt>
                <c:pt idx="1489">
                  <c:v>5060</c:v>
                </c:pt>
                <c:pt idx="1490">
                  <c:v>4730</c:v>
                </c:pt>
                <c:pt idx="1491">
                  <c:v>4180</c:v>
                </c:pt>
                <c:pt idx="1492">
                  <c:v>3720</c:v>
                </c:pt>
                <c:pt idx="1493">
                  <c:v>3510</c:v>
                </c:pt>
                <c:pt idx="1494">
                  <c:v>3360</c:v>
                </c:pt>
                <c:pt idx="1495">
                  <c:v>3200</c:v>
                </c:pt>
                <c:pt idx="1496">
                  <c:v>3110</c:v>
                </c:pt>
                <c:pt idx="1497">
                  <c:v>4330</c:v>
                </c:pt>
                <c:pt idx="1498">
                  <c:v>5250</c:v>
                </c:pt>
                <c:pt idx="1499">
                  <c:v>4890</c:v>
                </c:pt>
                <c:pt idx="1500">
                  <c:v>4720</c:v>
                </c:pt>
                <c:pt idx="1501">
                  <c:v>4600</c:v>
                </c:pt>
                <c:pt idx="1502">
                  <c:v>4250</c:v>
                </c:pt>
                <c:pt idx="1503">
                  <c:v>3720</c:v>
                </c:pt>
                <c:pt idx="1504">
                  <c:v>3480</c:v>
                </c:pt>
                <c:pt idx="1505">
                  <c:v>3860</c:v>
                </c:pt>
                <c:pt idx="1506">
                  <c:v>4820</c:v>
                </c:pt>
                <c:pt idx="1507">
                  <c:v>4960</c:v>
                </c:pt>
                <c:pt idx="1508">
                  <c:v>4590</c:v>
                </c:pt>
                <c:pt idx="1509">
                  <c:v>3940</c:v>
                </c:pt>
                <c:pt idx="1510">
                  <c:v>3470</c:v>
                </c:pt>
                <c:pt idx="1511">
                  <c:v>3310</c:v>
                </c:pt>
                <c:pt idx="1512">
                  <c:v>3220</c:v>
                </c:pt>
                <c:pt idx="1513">
                  <c:v>3220</c:v>
                </c:pt>
                <c:pt idx="1514">
                  <c:v>3220</c:v>
                </c:pt>
                <c:pt idx="1515">
                  <c:v>3110</c:v>
                </c:pt>
                <c:pt idx="1516">
                  <c:v>3060</c:v>
                </c:pt>
                <c:pt idx="1517">
                  <c:v>3070</c:v>
                </c:pt>
                <c:pt idx="1518">
                  <c:v>3060</c:v>
                </c:pt>
                <c:pt idx="1519">
                  <c:v>3060</c:v>
                </c:pt>
                <c:pt idx="1520">
                  <c:v>3060</c:v>
                </c:pt>
                <c:pt idx="1521">
                  <c:v>3220</c:v>
                </c:pt>
                <c:pt idx="1522">
                  <c:v>3990</c:v>
                </c:pt>
                <c:pt idx="1523">
                  <c:v>4180</c:v>
                </c:pt>
                <c:pt idx="1524">
                  <c:v>3910</c:v>
                </c:pt>
                <c:pt idx="1525">
                  <c:v>3680</c:v>
                </c:pt>
                <c:pt idx="1526">
                  <c:v>3440</c:v>
                </c:pt>
                <c:pt idx="1527">
                  <c:v>3290</c:v>
                </c:pt>
                <c:pt idx="1528">
                  <c:v>3240</c:v>
                </c:pt>
                <c:pt idx="1529">
                  <c:v>3110</c:v>
                </c:pt>
                <c:pt idx="1530">
                  <c:v>3060</c:v>
                </c:pt>
                <c:pt idx="1531">
                  <c:v>3050</c:v>
                </c:pt>
                <c:pt idx="1532">
                  <c:v>3040</c:v>
                </c:pt>
                <c:pt idx="1533">
                  <c:v>2930</c:v>
                </c:pt>
                <c:pt idx="1534">
                  <c:v>2600</c:v>
                </c:pt>
                <c:pt idx="1535">
                  <c:v>2470</c:v>
                </c:pt>
                <c:pt idx="1536">
                  <c:v>2430</c:v>
                </c:pt>
                <c:pt idx="1537">
                  <c:v>2700</c:v>
                </c:pt>
                <c:pt idx="1538">
                  <c:v>3390</c:v>
                </c:pt>
                <c:pt idx="1539">
                  <c:v>3540</c:v>
                </c:pt>
                <c:pt idx="1540">
                  <c:v>3490</c:v>
                </c:pt>
                <c:pt idx="1541">
                  <c:v>3480</c:v>
                </c:pt>
                <c:pt idx="1542">
                  <c:v>3630</c:v>
                </c:pt>
                <c:pt idx="1543">
                  <c:v>3680</c:v>
                </c:pt>
                <c:pt idx="1544">
                  <c:v>3450</c:v>
                </c:pt>
                <c:pt idx="1545">
                  <c:v>3290</c:v>
                </c:pt>
                <c:pt idx="1546">
                  <c:v>3280</c:v>
                </c:pt>
                <c:pt idx="1547">
                  <c:v>3670</c:v>
                </c:pt>
                <c:pt idx="1548">
                  <c:v>3890</c:v>
                </c:pt>
                <c:pt idx="1549">
                  <c:v>3710</c:v>
                </c:pt>
                <c:pt idx="1550">
                  <c:v>3400</c:v>
                </c:pt>
                <c:pt idx="1551">
                  <c:v>3110</c:v>
                </c:pt>
                <c:pt idx="1552">
                  <c:v>3020</c:v>
                </c:pt>
                <c:pt idx="1553">
                  <c:v>2860</c:v>
                </c:pt>
                <c:pt idx="1554">
                  <c:v>2710</c:v>
                </c:pt>
                <c:pt idx="1555">
                  <c:v>2700</c:v>
                </c:pt>
                <c:pt idx="1556">
                  <c:v>2820</c:v>
                </c:pt>
                <c:pt idx="1557">
                  <c:v>2910</c:v>
                </c:pt>
                <c:pt idx="1558">
                  <c:v>2840</c:v>
                </c:pt>
                <c:pt idx="1559">
                  <c:v>2630</c:v>
                </c:pt>
                <c:pt idx="1560">
                  <c:v>2410</c:v>
                </c:pt>
                <c:pt idx="1561">
                  <c:v>2210</c:v>
                </c:pt>
                <c:pt idx="1562">
                  <c:v>2070</c:v>
                </c:pt>
                <c:pt idx="1563">
                  <c:v>1900</c:v>
                </c:pt>
                <c:pt idx="1564">
                  <c:v>1810</c:v>
                </c:pt>
                <c:pt idx="1565">
                  <c:v>1790</c:v>
                </c:pt>
                <c:pt idx="1566">
                  <c:v>1740</c:v>
                </c:pt>
                <c:pt idx="1567">
                  <c:v>1720</c:v>
                </c:pt>
                <c:pt idx="1568">
                  <c:v>1760</c:v>
                </c:pt>
                <c:pt idx="1569">
                  <c:v>1720</c:v>
                </c:pt>
                <c:pt idx="1570">
                  <c:v>1610</c:v>
                </c:pt>
                <c:pt idx="1571">
                  <c:v>1520</c:v>
                </c:pt>
                <c:pt idx="1572">
                  <c:v>1520</c:v>
                </c:pt>
                <c:pt idx="1573">
                  <c:v>1520</c:v>
                </c:pt>
                <c:pt idx="1574">
                  <c:v>1590</c:v>
                </c:pt>
                <c:pt idx="1575">
                  <c:v>1620</c:v>
                </c:pt>
                <c:pt idx="1576">
                  <c:v>1520</c:v>
                </c:pt>
                <c:pt idx="1577">
                  <c:v>1500</c:v>
                </c:pt>
                <c:pt idx="1578">
                  <c:v>3500</c:v>
                </c:pt>
                <c:pt idx="1579">
                  <c:v>2860</c:v>
                </c:pt>
                <c:pt idx="1580">
                  <c:v>1620</c:v>
                </c:pt>
                <c:pt idx="1581">
                  <c:v>1350</c:v>
                </c:pt>
                <c:pt idx="1582">
                  <c:v>1310</c:v>
                </c:pt>
                <c:pt idx="1583">
                  <c:v>1290</c:v>
                </c:pt>
                <c:pt idx="1584">
                  <c:v>1290</c:v>
                </c:pt>
                <c:pt idx="1585">
                  <c:v>1290</c:v>
                </c:pt>
                <c:pt idx="1586">
                  <c:v>1280</c:v>
                </c:pt>
                <c:pt idx="1587">
                  <c:v>1290</c:v>
                </c:pt>
                <c:pt idx="1588">
                  <c:v>1320</c:v>
                </c:pt>
                <c:pt idx="1589">
                  <c:v>1400</c:v>
                </c:pt>
                <c:pt idx="1590">
                  <c:v>1330</c:v>
                </c:pt>
                <c:pt idx="1591">
                  <c:v>1190</c:v>
                </c:pt>
                <c:pt idx="1592">
                  <c:v>1080</c:v>
                </c:pt>
                <c:pt idx="1593">
                  <c:v>1190</c:v>
                </c:pt>
                <c:pt idx="1594">
                  <c:v>1420</c:v>
                </c:pt>
                <c:pt idx="1595">
                  <c:v>1450</c:v>
                </c:pt>
                <c:pt idx="1596">
                  <c:v>1470</c:v>
                </c:pt>
                <c:pt idx="1597">
                  <c:v>1440</c:v>
                </c:pt>
                <c:pt idx="1598">
                  <c:v>1320</c:v>
                </c:pt>
                <c:pt idx="1599">
                  <c:v>1270</c:v>
                </c:pt>
                <c:pt idx="1600">
                  <c:v>1200</c:v>
                </c:pt>
                <c:pt idx="1601">
                  <c:v>1130</c:v>
                </c:pt>
                <c:pt idx="1602">
                  <c:v>1110</c:v>
                </c:pt>
                <c:pt idx="1603">
                  <c:v>1130</c:v>
                </c:pt>
                <c:pt idx="1604">
                  <c:v>1150</c:v>
                </c:pt>
                <c:pt idx="1605">
                  <c:v>1200</c:v>
                </c:pt>
                <c:pt idx="1606">
                  <c:v>1370</c:v>
                </c:pt>
                <c:pt idx="1607">
                  <c:v>1420</c:v>
                </c:pt>
                <c:pt idx="1608">
                  <c:v>1310</c:v>
                </c:pt>
                <c:pt idx="1609">
                  <c:v>1200</c:v>
                </c:pt>
                <c:pt idx="1610">
                  <c:v>1130</c:v>
                </c:pt>
                <c:pt idx="1611">
                  <c:v>1110</c:v>
                </c:pt>
                <c:pt idx="1612">
                  <c:v>1110</c:v>
                </c:pt>
                <c:pt idx="1613">
                  <c:v>1120</c:v>
                </c:pt>
                <c:pt idx="1614">
                  <c:v>1120</c:v>
                </c:pt>
                <c:pt idx="1615">
                  <c:v>1120</c:v>
                </c:pt>
                <c:pt idx="1616">
                  <c:v>1130</c:v>
                </c:pt>
                <c:pt idx="1617">
                  <c:v>1130</c:v>
                </c:pt>
                <c:pt idx="1618">
                  <c:v>1130</c:v>
                </c:pt>
                <c:pt idx="1619">
                  <c:v>1130</c:v>
                </c:pt>
                <c:pt idx="1620">
                  <c:v>1130</c:v>
                </c:pt>
                <c:pt idx="1621">
                  <c:v>1130</c:v>
                </c:pt>
                <c:pt idx="1622">
                  <c:v>1130</c:v>
                </c:pt>
                <c:pt idx="1623">
                  <c:v>1160</c:v>
                </c:pt>
                <c:pt idx="1624">
                  <c:v>1170</c:v>
                </c:pt>
                <c:pt idx="1625">
                  <c:v>1210</c:v>
                </c:pt>
                <c:pt idx="1626">
                  <c:v>1230</c:v>
                </c:pt>
                <c:pt idx="1627">
                  <c:v>1180</c:v>
                </c:pt>
                <c:pt idx="1628">
                  <c:v>1160</c:v>
                </c:pt>
                <c:pt idx="1629">
                  <c:v>1320</c:v>
                </c:pt>
                <c:pt idx="1630">
                  <c:v>1660</c:v>
                </c:pt>
                <c:pt idx="1631">
                  <c:v>2710</c:v>
                </c:pt>
                <c:pt idx="1632">
                  <c:v>3160</c:v>
                </c:pt>
                <c:pt idx="1633">
                  <c:v>3140</c:v>
                </c:pt>
                <c:pt idx="1634">
                  <c:v>2620</c:v>
                </c:pt>
                <c:pt idx="1635">
                  <c:v>2240</c:v>
                </c:pt>
                <c:pt idx="1636">
                  <c:v>2000</c:v>
                </c:pt>
                <c:pt idx="1637">
                  <c:v>1750</c:v>
                </c:pt>
                <c:pt idx="1638">
                  <c:v>1650</c:v>
                </c:pt>
                <c:pt idx="1639">
                  <c:v>1610</c:v>
                </c:pt>
                <c:pt idx="1640">
                  <c:v>1640</c:v>
                </c:pt>
                <c:pt idx="1641">
                  <c:v>1700</c:v>
                </c:pt>
                <c:pt idx="1642">
                  <c:v>1760</c:v>
                </c:pt>
                <c:pt idx="1643">
                  <c:v>1970</c:v>
                </c:pt>
                <c:pt idx="1644">
                  <c:v>2050</c:v>
                </c:pt>
                <c:pt idx="1645">
                  <c:v>1860</c:v>
                </c:pt>
                <c:pt idx="1646">
                  <c:v>1770</c:v>
                </c:pt>
                <c:pt idx="1647">
                  <c:v>1870</c:v>
                </c:pt>
                <c:pt idx="1648">
                  <c:v>1970</c:v>
                </c:pt>
                <c:pt idx="1649">
                  <c:v>2000</c:v>
                </c:pt>
                <c:pt idx="1650">
                  <c:v>2220</c:v>
                </c:pt>
                <c:pt idx="1651">
                  <c:v>6780</c:v>
                </c:pt>
                <c:pt idx="1652">
                  <c:v>5710</c:v>
                </c:pt>
                <c:pt idx="1653">
                  <c:v>4480</c:v>
                </c:pt>
                <c:pt idx="1654">
                  <c:v>3740</c:v>
                </c:pt>
                <c:pt idx="1655">
                  <c:v>3420</c:v>
                </c:pt>
                <c:pt idx="1656">
                  <c:v>3220</c:v>
                </c:pt>
                <c:pt idx="1657">
                  <c:v>2760</c:v>
                </c:pt>
                <c:pt idx="1658">
                  <c:v>2500</c:v>
                </c:pt>
                <c:pt idx="1659">
                  <c:v>2280</c:v>
                </c:pt>
                <c:pt idx="1660">
                  <c:v>2300</c:v>
                </c:pt>
                <c:pt idx="1661">
                  <c:v>2380</c:v>
                </c:pt>
                <c:pt idx="1662">
                  <c:v>2480</c:v>
                </c:pt>
                <c:pt idx="1663">
                  <c:v>2600</c:v>
                </c:pt>
                <c:pt idx="1664">
                  <c:v>2590</c:v>
                </c:pt>
                <c:pt idx="1665">
                  <c:v>2500</c:v>
                </c:pt>
                <c:pt idx="1666">
                  <c:v>2310</c:v>
                </c:pt>
                <c:pt idx="1667">
                  <c:v>2110</c:v>
                </c:pt>
                <c:pt idx="1668">
                  <c:v>1950</c:v>
                </c:pt>
                <c:pt idx="1669">
                  <c:v>2160</c:v>
                </c:pt>
                <c:pt idx="1670">
                  <c:v>2270</c:v>
                </c:pt>
                <c:pt idx="1671">
                  <c:v>2310</c:v>
                </c:pt>
                <c:pt idx="1672">
                  <c:v>2510</c:v>
                </c:pt>
                <c:pt idx="1673">
                  <c:v>2890</c:v>
                </c:pt>
                <c:pt idx="1674">
                  <c:v>3100</c:v>
                </c:pt>
                <c:pt idx="1675">
                  <c:v>3040</c:v>
                </c:pt>
                <c:pt idx="1676">
                  <c:v>3670</c:v>
                </c:pt>
                <c:pt idx="1677">
                  <c:v>4400</c:v>
                </c:pt>
                <c:pt idx="1678">
                  <c:v>4220</c:v>
                </c:pt>
                <c:pt idx="1679">
                  <c:v>3690</c:v>
                </c:pt>
                <c:pt idx="1680">
                  <c:v>3610</c:v>
                </c:pt>
                <c:pt idx="1681">
                  <c:v>3980</c:v>
                </c:pt>
                <c:pt idx="1682">
                  <c:v>3980</c:v>
                </c:pt>
                <c:pt idx="1683">
                  <c:v>3920</c:v>
                </c:pt>
                <c:pt idx="1684">
                  <c:v>3780</c:v>
                </c:pt>
                <c:pt idx="1685">
                  <c:v>3970</c:v>
                </c:pt>
                <c:pt idx="1686">
                  <c:v>4070</c:v>
                </c:pt>
                <c:pt idx="1687">
                  <c:v>3840</c:v>
                </c:pt>
                <c:pt idx="1688">
                  <c:v>3610</c:v>
                </c:pt>
                <c:pt idx="1689">
                  <c:v>3270</c:v>
                </c:pt>
                <c:pt idx="1690">
                  <c:v>3110</c:v>
                </c:pt>
                <c:pt idx="1691">
                  <c:v>3060</c:v>
                </c:pt>
                <c:pt idx="1692">
                  <c:v>3050</c:v>
                </c:pt>
                <c:pt idx="1693">
                  <c:v>2770</c:v>
                </c:pt>
                <c:pt idx="1694">
                  <c:v>2320</c:v>
                </c:pt>
                <c:pt idx="1695">
                  <c:v>2350</c:v>
                </c:pt>
                <c:pt idx="1696">
                  <c:v>2440</c:v>
                </c:pt>
                <c:pt idx="1697">
                  <c:v>2440</c:v>
                </c:pt>
                <c:pt idx="1698">
                  <c:v>2440</c:v>
                </c:pt>
                <c:pt idx="1699">
                  <c:v>2440</c:v>
                </c:pt>
                <c:pt idx="1700">
                  <c:v>2440</c:v>
                </c:pt>
                <c:pt idx="1701">
                  <c:v>2590</c:v>
                </c:pt>
                <c:pt idx="1702">
                  <c:v>2810</c:v>
                </c:pt>
                <c:pt idx="1703">
                  <c:v>3110</c:v>
                </c:pt>
                <c:pt idx="1704">
                  <c:v>3430</c:v>
                </c:pt>
                <c:pt idx="1705">
                  <c:v>3340</c:v>
                </c:pt>
                <c:pt idx="1706">
                  <c:v>3030</c:v>
                </c:pt>
                <c:pt idx="1707">
                  <c:v>3560</c:v>
                </c:pt>
                <c:pt idx="1708">
                  <c:v>4750</c:v>
                </c:pt>
                <c:pt idx="1709">
                  <c:v>5350</c:v>
                </c:pt>
                <c:pt idx="1710">
                  <c:v>4920</c:v>
                </c:pt>
                <c:pt idx="1711">
                  <c:v>4570</c:v>
                </c:pt>
                <c:pt idx="1712">
                  <c:v>4380</c:v>
                </c:pt>
                <c:pt idx="1713">
                  <c:v>3920</c:v>
                </c:pt>
                <c:pt idx="1714">
                  <c:v>3650</c:v>
                </c:pt>
                <c:pt idx="1715">
                  <c:v>3550</c:v>
                </c:pt>
                <c:pt idx="1716">
                  <c:v>3550</c:v>
                </c:pt>
                <c:pt idx="1717">
                  <c:v>3510</c:v>
                </c:pt>
                <c:pt idx="1718">
                  <c:v>3320</c:v>
                </c:pt>
                <c:pt idx="1719">
                  <c:v>3360</c:v>
                </c:pt>
                <c:pt idx="1720">
                  <c:v>3880</c:v>
                </c:pt>
                <c:pt idx="1721">
                  <c:v>4140</c:v>
                </c:pt>
                <c:pt idx="1722">
                  <c:v>3530</c:v>
                </c:pt>
                <c:pt idx="1723">
                  <c:v>3450</c:v>
                </c:pt>
                <c:pt idx="1724">
                  <c:v>3810</c:v>
                </c:pt>
                <c:pt idx="1725">
                  <c:v>3780</c:v>
                </c:pt>
                <c:pt idx="1726">
                  <c:v>3100</c:v>
                </c:pt>
                <c:pt idx="1727">
                  <c:v>2960</c:v>
                </c:pt>
                <c:pt idx="1728">
                  <c:v>2770</c:v>
                </c:pt>
                <c:pt idx="1729">
                  <c:v>2350</c:v>
                </c:pt>
                <c:pt idx="1730">
                  <c:v>2010</c:v>
                </c:pt>
                <c:pt idx="1731">
                  <c:v>2280</c:v>
                </c:pt>
                <c:pt idx="1732">
                  <c:v>2870</c:v>
                </c:pt>
                <c:pt idx="1733">
                  <c:v>2950</c:v>
                </c:pt>
                <c:pt idx="1734">
                  <c:v>2570</c:v>
                </c:pt>
                <c:pt idx="1735">
                  <c:v>2500</c:v>
                </c:pt>
                <c:pt idx="1736">
                  <c:v>2490</c:v>
                </c:pt>
                <c:pt idx="1737">
                  <c:v>2590</c:v>
                </c:pt>
                <c:pt idx="1738">
                  <c:v>2770</c:v>
                </c:pt>
                <c:pt idx="1739">
                  <c:v>3140</c:v>
                </c:pt>
                <c:pt idx="1740">
                  <c:v>5140</c:v>
                </c:pt>
                <c:pt idx="1741">
                  <c:v>6480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D09C-4AD8-BC11-CBD9D82850FE}"/>
            </c:ext>
          </c:extLst>
        </c:ser>
        <c:ser>
          <c:idx val="1"/>
          <c:order val="1"/>
          <c:tx>
            <c:strRef>
              <c:f>'it 10000'!$C$2</c:f>
              <c:strCache>
                <c:ptCount val="1"/>
                <c:pt idx="0">
                  <c:v>PCA-GRU</c:v>
                </c:pt>
              </c:strCache>
            </c:strRef>
          </c:tx>
          <c:spPr>
            <a:ln w="9525">
              <a:solidFill>
                <a:srgbClr val="C00000"/>
              </a:solidFill>
            </a:ln>
          </c:spPr>
          <c:marker>
            <c:symbol val="none"/>
          </c:marker>
          <c:xVal>
            <c:numRef>
              <c:f>'it 10000'!$A$2:$A$1743</c:f>
              <c:numCache>
                <c:formatCode>m/d/yyyy</c:formatCode>
                <c:ptCount val="1742"/>
                <c:pt idx="1">
                  <c:v>42091</c:v>
                </c:pt>
                <c:pt idx="2">
                  <c:v>42092</c:v>
                </c:pt>
                <c:pt idx="3">
                  <c:v>42093</c:v>
                </c:pt>
                <c:pt idx="4">
                  <c:v>42094</c:v>
                </c:pt>
                <c:pt idx="5">
                  <c:v>42095</c:v>
                </c:pt>
                <c:pt idx="6">
                  <c:v>42096</c:v>
                </c:pt>
                <c:pt idx="7">
                  <c:v>42097</c:v>
                </c:pt>
                <c:pt idx="8">
                  <c:v>42098</c:v>
                </c:pt>
                <c:pt idx="9">
                  <c:v>42099</c:v>
                </c:pt>
                <c:pt idx="10">
                  <c:v>42100</c:v>
                </c:pt>
                <c:pt idx="11">
                  <c:v>42101</c:v>
                </c:pt>
                <c:pt idx="12">
                  <c:v>42102</c:v>
                </c:pt>
                <c:pt idx="13">
                  <c:v>42103</c:v>
                </c:pt>
                <c:pt idx="14">
                  <c:v>42104</c:v>
                </c:pt>
                <c:pt idx="15">
                  <c:v>42105</c:v>
                </c:pt>
                <c:pt idx="16">
                  <c:v>42106</c:v>
                </c:pt>
                <c:pt idx="17">
                  <c:v>42107</c:v>
                </c:pt>
                <c:pt idx="18">
                  <c:v>42108</c:v>
                </c:pt>
                <c:pt idx="19">
                  <c:v>42109</c:v>
                </c:pt>
                <c:pt idx="20">
                  <c:v>42110</c:v>
                </c:pt>
                <c:pt idx="21">
                  <c:v>42111</c:v>
                </c:pt>
                <c:pt idx="22">
                  <c:v>42112</c:v>
                </c:pt>
                <c:pt idx="23">
                  <c:v>42113</c:v>
                </c:pt>
                <c:pt idx="24">
                  <c:v>42114</c:v>
                </c:pt>
                <c:pt idx="25">
                  <c:v>42115</c:v>
                </c:pt>
                <c:pt idx="26">
                  <c:v>42116</c:v>
                </c:pt>
                <c:pt idx="27">
                  <c:v>42117</c:v>
                </c:pt>
                <c:pt idx="28">
                  <c:v>42118</c:v>
                </c:pt>
                <c:pt idx="29">
                  <c:v>42119</c:v>
                </c:pt>
                <c:pt idx="30">
                  <c:v>42120</c:v>
                </c:pt>
                <c:pt idx="31">
                  <c:v>42121</c:v>
                </c:pt>
                <c:pt idx="32">
                  <c:v>42122</c:v>
                </c:pt>
                <c:pt idx="33">
                  <c:v>42123</c:v>
                </c:pt>
                <c:pt idx="34">
                  <c:v>42124</c:v>
                </c:pt>
                <c:pt idx="35">
                  <c:v>42125</c:v>
                </c:pt>
                <c:pt idx="36">
                  <c:v>42126</c:v>
                </c:pt>
                <c:pt idx="37">
                  <c:v>42127</c:v>
                </c:pt>
                <c:pt idx="38">
                  <c:v>42128</c:v>
                </c:pt>
                <c:pt idx="39">
                  <c:v>42129</c:v>
                </c:pt>
                <c:pt idx="40">
                  <c:v>42130</c:v>
                </c:pt>
                <c:pt idx="41">
                  <c:v>42131</c:v>
                </c:pt>
                <c:pt idx="42">
                  <c:v>42132</c:v>
                </c:pt>
                <c:pt idx="43">
                  <c:v>42133</c:v>
                </c:pt>
                <c:pt idx="44">
                  <c:v>42134</c:v>
                </c:pt>
                <c:pt idx="45">
                  <c:v>42135</c:v>
                </c:pt>
                <c:pt idx="46">
                  <c:v>42136</c:v>
                </c:pt>
                <c:pt idx="47">
                  <c:v>42137</c:v>
                </c:pt>
                <c:pt idx="48">
                  <c:v>42138</c:v>
                </c:pt>
                <c:pt idx="49">
                  <c:v>42139</c:v>
                </c:pt>
                <c:pt idx="50">
                  <c:v>42140</c:v>
                </c:pt>
                <c:pt idx="51">
                  <c:v>42141</c:v>
                </c:pt>
                <c:pt idx="52">
                  <c:v>42142</c:v>
                </c:pt>
                <c:pt idx="53">
                  <c:v>42143</c:v>
                </c:pt>
                <c:pt idx="54">
                  <c:v>42144</c:v>
                </c:pt>
                <c:pt idx="55">
                  <c:v>42145</c:v>
                </c:pt>
                <c:pt idx="56">
                  <c:v>42146</c:v>
                </c:pt>
                <c:pt idx="57">
                  <c:v>42147</c:v>
                </c:pt>
                <c:pt idx="58">
                  <c:v>42148</c:v>
                </c:pt>
                <c:pt idx="59">
                  <c:v>42149</c:v>
                </c:pt>
                <c:pt idx="60">
                  <c:v>42150</c:v>
                </c:pt>
                <c:pt idx="61">
                  <c:v>42151</c:v>
                </c:pt>
                <c:pt idx="62">
                  <c:v>42152</c:v>
                </c:pt>
                <c:pt idx="63">
                  <c:v>42153</c:v>
                </c:pt>
                <c:pt idx="64">
                  <c:v>42154</c:v>
                </c:pt>
                <c:pt idx="65">
                  <c:v>42155</c:v>
                </c:pt>
                <c:pt idx="66">
                  <c:v>42156</c:v>
                </c:pt>
                <c:pt idx="67">
                  <c:v>42157</c:v>
                </c:pt>
                <c:pt idx="68">
                  <c:v>42158</c:v>
                </c:pt>
                <c:pt idx="69">
                  <c:v>42159</c:v>
                </c:pt>
                <c:pt idx="70">
                  <c:v>42160</c:v>
                </c:pt>
                <c:pt idx="71">
                  <c:v>42161</c:v>
                </c:pt>
                <c:pt idx="72">
                  <c:v>42162</c:v>
                </c:pt>
                <c:pt idx="73">
                  <c:v>42163</c:v>
                </c:pt>
                <c:pt idx="74">
                  <c:v>42164</c:v>
                </c:pt>
                <c:pt idx="75">
                  <c:v>42165</c:v>
                </c:pt>
                <c:pt idx="76">
                  <c:v>42166</c:v>
                </c:pt>
                <c:pt idx="77">
                  <c:v>42167</c:v>
                </c:pt>
                <c:pt idx="78">
                  <c:v>42168</c:v>
                </c:pt>
                <c:pt idx="79">
                  <c:v>42169</c:v>
                </c:pt>
                <c:pt idx="80">
                  <c:v>42170</c:v>
                </c:pt>
                <c:pt idx="81">
                  <c:v>42171</c:v>
                </c:pt>
                <c:pt idx="82">
                  <c:v>42172</c:v>
                </c:pt>
                <c:pt idx="83">
                  <c:v>42173</c:v>
                </c:pt>
                <c:pt idx="84">
                  <c:v>42174</c:v>
                </c:pt>
                <c:pt idx="85">
                  <c:v>42175</c:v>
                </c:pt>
                <c:pt idx="86">
                  <c:v>42176</c:v>
                </c:pt>
                <c:pt idx="87">
                  <c:v>42177</c:v>
                </c:pt>
                <c:pt idx="88">
                  <c:v>42178</c:v>
                </c:pt>
                <c:pt idx="89">
                  <c:v>42179</c:v>
                </c:pt>
                <c:pt idx="90">
                  <c:v>42180</c:v>
                </c:pt>
                <c:pt idx="91">
                  <c:v>42181</c:v>
                </c:pt>
                <c:pt idx="92">
                  <c:v>42182</c:v>
                </c:pt>
                <c:pt idx="93">
                  <c:v>42183</c:v>
                </c:pt>
                <c:pt idx="94">
                  <c:v>42184</c:v>
                </c:pt>
                <c:pt idx="95">
                  <c:v>42185</c:v>
                </c:pt>
                <c:pt idx="96">
                  <c:v>42186</c:v>
                </c:pt>
                <c:pt idx="97">
                  <c:v>42187</c:v>
                </c:pt>
                <c:pt idx="98">
                  <c:v>42188</c:v>
                </c:pt>
                <c:pt idx="99">
                  <c:v>42189</c:v>
                </c:pt>
                <c:pt idx="100">
                  <c:v>42190</c:v>
                </c:pt>
                <c:pt idx="101">
                  <c:v>42191</c:v>
                </c:pt>
                <c:pt idx="102">
                  <c:v>42192</c:v>
                </c:pt>
                <c:pt idx="103">
                  <c:v>42193</c:v>
                </c:pt>
                <c:pt idx="104">
                  <c:v>42194</c:v>
                </c:pt>
                <c:pt idx="105">
                  <c:v>42195</c:v>
                </c:pt>
                <c:pt idx="106">
                  <c:v>42196</c:v>
                </c:pt>
                <c:pt idx="107">
                  <c:v>42197</c:v>
                </c:pt>
                <c:pt idx="108">
                  <c:v>42198</c:v>
                </c:pt>
                <c:pt idx="109">
                  <c:v>42199</c:v>
                </c:pt>
                <c:pt idx="110">
                  <c:v>42200</c:v>
                </c:pt>
                <c:pt idx="111">
                  <c:v>42201</c:v>
                </c:pt>
                <c:pt idx="112">
                  <c:v>42202</c:v>
                </c:pt>
                <c:pt idx="113">
                  <c:v>42203</c:v>
                </c:pt>
                <c:pt idx="114">
                  <c:v>42204</c:v>
                </c:pt>
                <c:pt idx="115">
                  <c:v>42205</c:v>
                </c:pt>
                <c:pt idx="116">
                  <c:v>42206</c:v>
                </c:pt>
                <c:pt idx="117">
                  <c:v>42207</c:v>
                </c:pt>
                <c:pt idx="118">
                  <c:v>42208</c:v>
                </c:pt>
                <c:pt idx="119">
                  <c:v>42209</c:v>
                </c:pt>
                <c:pt idx="120">
                  <c:v>42210</c:v>
                </c:pt>
                <c:pt idx="121">
                  <c:v>42211</c:v>
                </c:pt>
                <c:pt idx="122">
                  <c:v>42212</c:v>
                </c:pt>
                <c:pt idx="123">
                  <c:v>42213</c:v>
                </c:pt>
                <c:pt idx="124">
                  <c:v>42214</c:v>
                </c:pt>
                <c:pt idx="125">
                  <c:v>42215</c:v>
                </c:pt>
                <c:pt idx="126">
                  <c:v>42216</c:v>
                </c:pt>
                <c:pt idx="127">
                  <c:v>42217</c:v>
                </c:pt>
                <c:pt idx="128">
                  <c:v>42218</c:v>
                </c:pt>
                <c:pt idx="129">
                  <c:v>42219</c:v>
                </c:pt>
                <c:pt idx="130">
                  <c:v>42220</c:v>
                </c:pt>
                <c:pt idx="131">
                  <c:v>42221</c:v>
                </c:pt>
                <c:pt idx="132">
                  <c:v>42222</c:v>
                </c:pt>
                <c:pt idx="133">
                  <c:v>42223</c:v>
                </c:pt>
                <c:pt idx="134">
                  <c:v>42224</c:v>
                </c:pt>
                <c:pt idx="135">
                  <c:v>42225</c:v>
                </c:pt>
                <c:pt idx="136">
                  <c:v>42226</c:v>
                </c:pt>
                <c:pt idx="137">
                  <c:v>42227</c:v>
                </c:pt>
                <c:pt idx="138">
                  <c:v>42228</c:v>
                </c:pt>
                <c:pt idx="139">
                  <c:v>42229</c:v>
                </c:pt>
                <c:pt idx="140">
                  <c:v>42230</c:v>
                </c:pt>
                <c:pt idx="141">
                  <c:v>42231</c:v>
                </c:pt>
                <c:pt idx="142">
                  <c:v>42232</c:v>
                </c:pt>
                <c:pt idx="143">
                  <c:v>42233</c:v>
                </c:pt>
                <c:pt idx="144">
                  <c:v>42234</c:v>
                </c:pt>
                <c:pt idx="145">
                  <c:v>42235</c:v>
                </c:pt>
                <c:pt idx="146">
                  <c:v>42236</c:v>
                </c:pt>
                <c:pt idx="147">
                  <c:v>42237</c:v>
                </c:pt>
                <c:pt idx="148">
                  <c:v>42238</c:v>
                </c:pt>
                <c:pt idx="149">
                  <c:v>42239</c:v>
                </c:pt>
                <c:pt idx="150">
                  <c:v>42240</c:v>
                </c:pt>
                <c:pt idx="151">
                  <c:v>42241</c:v>
                </c:pt>
                <c:pt idx="152">
                  <c:v>42242</c:v>
                </c:pt>
                <c:pt idx="153">
                  <c:v>42243</c:v>
                </c:pt>
                <c:pt idx="154">
                  <c:v>42244</c:v>
                </c:pt>
                <c:pt idx="155">
                  <c:v>42245</c:v>
                </c:pt>
                <c:pt idx="156">
                  <c:v>42246</c:v>
                </c:pt>
                <c:pt idx="157">
                  <c:v>42247</c:v>
                </c:pt>
                <c:pt idx="158">
                  <c:v>42248</c:v>
                </c:pt>
                <c:pt idx="159">
                  <c:v>42249</c:v>
                </c:pt>
                <c:pt idx="160">
                  <c:v>42250</c:v>
                </c:pt>
                <c:pt idx="161">
                  <c:v>42251</c:v>
                </c:pt>
                <c:pt idx="162">
                  <c:v>42252</c:v>
                </c:pt>
                <c:pt idx="163">
                  <c:v>42253</c:v>
                </c:pt>
                <c:pt idx="164">
                  <c:v>42254</c:v>
                </c:pt>
                <c:pt idx="165">
                  <c:v>42255</c:v>
                </c:pt>
                <c:pt idx="166">
                  <c:v>42256</c:v>
                </c:pt>
                <c:pt idx="167">
                  <c:v>42257</c:v>
                </c:pt>
                <c:pt idx="168">
                  <c:v>42258</c:v>
                </c:pt>
                <c:pt idx="169">
                  <c:v>42259</c:v>
                </c:pt>
                <c:pt idx="170">
                  <c:v>42260</c:v>
                </c:pt>
                <c:pt idx="171">
                  <c:v>42261</c:v>
                </c:pt>
                <c:pt idx="172">
                  <c:v>42262</c:v>
                </c:pt>
                <c:pt idx="173">
                  <c:v>42263</c:v>
                </c:pt>
                <c:pt idx="174">
                  <c:v>42264</c:v>
                </c:pt>
                <c:pt idx="175">
                  <c:v>42265</c:v>
                </c:pt>
                <c:pt idx="176">
                  <c:v>42266</c:v>
                </c:pt>
                <c:pt idx="177">
                  <c:v>42267</c:v>
                </c:pt>
                <c:pt idx="178">
                  <c:v>42268</c:v>
                </c:pt>
                <c:pt idx="179">
                  <c:v>42269</c:v>
                </c:pt>
                <c:pt idx="180">
                  <c:v>42270</c:v>
                </c:pt>
                <c:pt idx="181">
                  <c:v>42271</c:v>
                </c:pt>
                <c:pt idx="182">
                  <c:v>42272</c:v>
                </c:pt>
                <c:pt idx="183">
                  <c:v>42273</c:v>
                </c:pt>
                <c:pt idx="184">
                  <c:v>42274</c:v>
                </c:pt>
                <c:pt idx="185">
                  <c:v>42275</c:v>
                </c:pt>
                <c:pt idx="186">
                  <c:v>42276</c:v>
                </c:pt>
                <c:pt idx="187">
                  <c:v>42277</c:v>
                </c:pt>
                <c:pt idx="188">
                  <c:v>42278</c:v>
                </c:pt>
                <c:pt idx="189">
                  <c:v>42279</c:v>
                </c:pt>
                <c:pt idx="190">
                  <c:v>42280</c:v>
                </c:pt>
                <c:pt idx="191">
                  <c:v>42281</c:v>
                </c:pt>
                <c:pt idx="192">
                  <c:v>42282</c:v>
                </c:pt>
                <c:pt idx="193">
                  <c:v>42283</c:v>
                </c:pt>
                <c:pt idx="194">
                  <c:v>42284</c:v>
                </c:pt>
                <c:pt idx="195">
                  <c:v>42285</c:v>
                </c:pt>
                <c:pt idx="196">
                  <c:v>42286</c:v>
                </c:pt>
                <c:pt idx="197">
                  <c:v>42287</c:v>
                </c:pt>
                <c:pt idx="198">
                  <c:v>42288</c:v>
                </c:pt>
                <c:pt idx="199">
                  <c:v>42289</c:v>
                </c:pt>
                <c:pt idx="200">
                  <c:v>42290</c:v>
                </c:pt>
                <c:pt idx="201">
                  <c:v>42291</c:v>
                </c:pt>
                <c:pt idx="202">
                  <c:v>42292</c:v>
                </c:pt>
                <c:pt idx="203">
                  <c:v>42293</c:v>
                </c:pt>
                <c:pt idx="204">
                  <c:v>42294</c:v>
                </c:pt>
                <c:pt idx="205">
                  <c:v>42295</c:v>
                </c:pt>
                <c:pt idx="206">
                  <c:v>42296</c:v>
                </c:pt>
                <c:pt idx="207">
                  <c:v>42297</c:v>
                </c:pt>
                <c:pt idx="208">
                  <c:v>42298</c:v>
                </c:pt>
                <c:pt idx="209">
                  <c:v>42299</c:v>
                </c:pt>
                <c:pt idx="210">
                  <c:v>42300</c:v>
                </c:pt>
                <c:pt idx="211">
                  <c:v>42301</c:v>
                </c:pt>
                <c:pt idx="212">
                  <c:v>42302</c:v>
                </c:pt>
                <c:pt idx="213">
                  <c:v>42303</c:v>
                </c:pt>
                <c:pt idx="214">
                  <c:v>42304</c:v>
                </c:pt>
                <c:pt idx="215">
                  <c:v>42305</c:v>
                </c:pt>
                <c:pt idx="216">
                  <c:v>42306</c:v>
                </c:pt>
                <c:pt idx="217">
                  <c:v>42307</c:v>
                </c:pt>
                <c:pt idx="218">
                  <c:v>42308</c:v>
                </c:pt>
                <c:pt idx="219">
                  <c:v>42309</c:v>
                </c:pt>
                <c:pt idx="220">
                  <c:v>42310</c:v>
                </c:pt>
                <c:pt idx="221">
                  <c:v>42311</c:v>
                </c:pt>
                <c:pt idx="222">
                  <c:v>42312</c:v>
                </c:pt>
                <c:pt idx="223">
                  <c:v>42313</c:v>
                </c:pt>
                <c:pt idx="224">
                  <c:v>42314</c:v>
                </c:pt>
                <c:pt idx="225">
                  <c:v>42315</c:v>
                </c:pt>
                <c:pt idx="226">
                  <c:v>42316</c:v>
                </c:pt>
                <c:pt idx="227">
                  <c:v>42317</c:v>
                </c:pt>
                <c:pt idx="228">
                  <c:v>42318</c:v>
                </c:pt>
                <c:pt idx="229">
                  <c:v>42319</c:v>
                </c:pt>
                <c:pt idx="230">
                  <c:v>42320</c:v>
                </c:pt>
                <c:pt idx="231">
                  <c:v>42321</c:v>
                </c:pt>
                <c:pt idx="232">
                  <c:v>42322</c:v>
                </c:pt>
                <c:pt idx="233">
                  <c:v>42323</c:v>
                </c:pt>
                <c:pt idx="234">
                  <c:v>42324</c:v>
                </c:pt>
                <c:pt idx="235">
                  <c:v>42325</c:v>
                </c:pt>
                <c:pt idx="236">
                  <c:v>42326</c:v>
                </c:pt>
                <c:pt idx="237">
                  <c:v>42327</c:v>
                </c:pt>
                <c:pt idx="238">
                  <c:v>42328</c:v>
                </c:pt>
                <c:pt idx="239">
                  <c:v>42329</c:v>
                </c:pt>
                <c:pt idx="240">
                  <c:v>42330</c:v>
                </c:pt>
                <c:pt idx="241">
                  <c:v>42331</c:v>
                </c:pt>
                <c:pt idx="242">
                  <c:v>42332</c:v>
                </c:pt>
                <c:pt idx="243">
                  <c:v>42333</c:v>
                </c:pt>
                <c:pt idx="244">
                  <c:v>42334</c:v>
                </c:pt>
                <c:pt idx="245">
                  <c:v>42335</c:v>
                </c:pt>
                <c:pt idx="246">
                  <c:v>42336</c:v>
                </c:pt>
                <c:pt idx="247">
                  <c:v>42337</c:v>
                </c:pt>
                <c:pt idx="248">
                  <c:v>42338</c:v>
                </c:pt>
                <c:pt idx="249">
                  <c:v>42339</c:v>
                </c:pt>
                <c:pt idx="250">
                  <c:v>42340</c:v>
                </c:pt>
                <c:pt idx="251">
                  <c:v>42341</c:v>
                </c:pt>
                <c:pt idx="252">
                  <c:v>42342</c:v>
                </c:pt>
                <c:pt idx="253">
                  <c:v>42343</c:v>
                </c:pt>
                <c:pt idx="254">
                  <c:v>42344</c:v>
                </c:pt>
                <c:pt idx="255">
                  <c:v>42345</c:v>
                </c:pt>
                <c:pt idx="256">
                  <c:v>42346</c:v>
                </c:pt>
                <c:pt idx="257">
                  <c:v>42347</c:v>
                </c:pt>
                <c:pt idx="258">
                  <c:v>42348</c:v>
                </c:pt>
                <c:pt idx="259">
                  <c:v>42349</c:v>
                </c:pt>
                <c:pt idx="260">
                  <c:v>42350</c:v>
                </c:pt>
                <c:pt idx="261">
                  <c:v>42351</c:v>
                </c:pt>
                <c:pt idx="262">
                  <c:v>42352</c:v>
                </c:pt>
                <c:pt idx="263">
                  <c:v>42353</c:v>
                </c:pt>
                <c:pt idx="264">
                  <c:v>42354</c:v>
                </c:pt>
                <c:pt idx="265">
                  <c:v>42355</c:v>
                </c:pt>
                <c:pt idx="266">
                  <c:v>42356</c:v>
                </c:pt>
                <c:pt idx="267">
                  <c:v>42357</c:v>
                </c:pt>
                <c:pt idx="268">
                  <c:v>42358</c:v>
                </c:pt>
                <c:pt idx="269">
                  <c:v>42359</c:v>
                </c:pt>
                <c:pt idx="270">
                  <c:v>42360</c:v>
                </c:pt>
                <c:pt idx="271">
                  <c:v>42361</c:v>
                </c:pt>
                <c:pt idx="272">
                  <c:v>42362</c:v>
                </c:pt>
                <c:pt idx="273">
                  <c:v>42363</c:v>
                </c:pt>
                <c:pt idx="274">
                  <c:v>42364</c:v>
                </c:pt>
                <c:pt idx="275">
                  <c:v>42365</c:v>
                </c:pt>
                <c:pt idx="276">
                  <c:v>42366</c:v>
                </c:pt>
                <c:pt idx="277">
                  <c:v>42367</c:v>
                </c:pt>
                <c:pt idx="278">
                  <c:v>42368</c:v>
                </c:pt>
                <c:pt idx="279">
                  <c:v>42369</c:v>
                </c:pt>
                <c:pt idx="280">
                  <c:v>42370</c:v>
                </c:pt>
                <c:pt idx="281">
                  <c:v>42371</c:v>
                </c:pt>
                <c:pt idx="282">
                  <c:v>42372</c:v>
                </c:pt>
                <c:pt idx="283">
                  <c:v>42373</c:v>
                </c:pt>
                <c:pt idx="284">
                  <c:v>42374</c:v>
                </c:pt>
                <c:pt idx="285">
                  <c:v>42375</c:v>
                </c:pt>
                <c:pt idx="286">
                  <c:v>42376</c:v>
                </c:pt>
                <c:pt idx="287">
                  <c:v>42377</c:v>
                </c:pt>
                <c:pt idx="288">
                  <c:v>42378</c:v>
                </c:pt>
                <c:pt idx="289">
                  <c:v>42379</c:v>
                </c:pt>
                <c:pt idx="290">
                  <c:v>42380</c:v>
                </c:pt>
                <c:pt idx="291">
                  <c:v>42381</c:v>
                </c:pt>
                <c:pt idx="292">
                  <c:v>42382</c:v>
                </c:pt>
                <c:pt idx="293">
                  <c:v>42383</c:v>
                </c:pt>
                <c:pt idx="294">
                  <c:v>42384</c:v>
                </c:pt>
                <c:pt idx="295">
                  <c:v>42385</c:v>
                </c:pt>
                <c:pt idx="296">
                  <c:v>42386</c:v>
                </c:pt>
                <c:pt idx="297">
                  <c:v>42387</c:v>
                </c:pt>
                <c:pt idx="298">
                  <c:v>42388</c:v>
                </c:pt>
                <c:pt idx="299">
                  <c:v>42389</c:v>
                </c:pt>
                <c:pt idx="300">
                  <c:v>42390</c:v>
                </c:pt>
                <c:pt idx="301">
                  <c:v>42391</c:v>
                </c:pt>
                <c:pt idx="302">
                  <c:v>42392</c:v>
                </c:pt>
                <c:pt idx="303">
                  <c:v>42393</c:v>
                </c:pt>
                <c:pt idx="304">
                  <c:v>42394</c:v>
                </c:pt>
                <c:pt idx="305">
                  <c:v>42395</c:v>
                </c:pt>
                <c:pt idx="306">
                  <c:v>42396</c:v>
                </c:pt>
                <c:pt idx="307">
                  <c:v>42397</c:v>
                </c:pt>
                <c:pt idx="308">
                  <c:v>42398</c:v>
                </c:pt>
                <c:pt idx="309">
                  <c:v>42399</c:v>
                </c:pt>
                <c:pt idx="310">
                  <c:v>42400</c:v>
                </c:pt>
                <c:pt idx="311">
                  <c:v>42401</c:v>
                </c:pt>
                <c:pt idx="312">
                  <c:v>42402</c:v>
                </c:pt>
                <c:pt idx="313">
                  <c:v>42403</c:v>
                </c:pt>
                <c:pt idx="314">
                  <c:v>42404</c:v>
                </c:pt>
                <c:pt idx="315">
                  <c:v>42405</c:v>
                </c:pt>
                <c:pt idx="316">
                  <c:v>42406</c:v>
                </c:pt>
                <c:pt idx="317">
                  <c:v>42407</c:v>
                </c:pt>
                <c:pt idx="318">
                  <c:v>42408</c:v>
                </c:pt>
                <c:pt idx="319">
                  <c:v>42409</c:v>
                </c:pt>
                <c:pt idx="320">
                  <c:v>42410</c:v>
                </c:pt>
                <c:pt idx="321">
                  <c:v>42411</c:v>
                </c:pt>
                <c:pt idx="322">
                  <c:v>42412</c:v>
                </c:pt>
                <c:pt idx="323">
                  <c:v>42413</c:v>
                </c:pt>
                <c:pt idx="324">
                  <c:v>42414</c:v>
                </c:pt>
                <c:pt idx="325">
                  <c:v>42415</c:v>
                </c:pt>
                <c:pt idx="326">
                  <c:v>42416</c:v>
                </c:pt>
                <c:pt idx="327">
                  <c:v>42417</c:v>
                </c:pt>
                <c:pt idx="328">
                  <c:v>42418</c:v>
                </c:pt>
                <c:pt idx="329">
                  <c:v>42419</c:v>
                </c:pt>
                <c:pt idx="330">
                  <c:v>42420</c:v>
                </c:pt>
                <c:pt idx="331">
                  <c:v>42421</c:v>
                </c:pt>
                <c:pt idx="332">
                  <c:v>42422</c:v>
                </c:pt>
                <c:pt idx="333">
                  <c:v>42423</c:v>
                </c:pt>
                <c:pt idx="334">
                  <c:v>42424</c:v>
                </c:pt>
                <c:pt idx="335">
                  <c:v>42425</c:v>
                </c:pt>
                <c:pt idx="336">
                  <c:v>42426</c:v>
                </c:pt>
                <c:pt idx="337">
                  <c:v>42427</c:v>
                </c:pt>
                <c:pt idx="338">
                  <c:v>42428</c:v>
                </c:pt>
                <c:pt idx="339">
                  <c:v>42429</c:v>
                </c:pt>
                <c:pt idx="340">
                  <c:v>42430</c:v>
                </c:pt>
                <c:pt idx="341">
                  <c:v>42431</c:v>
                </c:pt>
                <c:pt idx="342">
                  <c:v>42432</c:v>
                </c:pt>
                <c:pt idx="343">
                  <c:v>42433</c:v>
                </c:pt>
                <c:pt idx="344">
                  <c:v>42434</c:v>
                </c:pt>
                <c:pt idx="345">
                  <c:v>42435</c:v>
                </c:pt>
                <c:pt idx="346">
                  <c:v>42436</c:v>
                </c:pt>
                <c:pt idx="347">
                  <c:v>42437</c:v>
                </c:pt>
                <c:pt idx="348">
                  <c:v>42438</c:v>
                </c:pt>
                <c:pt idx="349">
                  <c:v>42439</c:v>
                </c:pt>
                <c:pt idx="350">
                  <c:v>42440</c:v>
                </c:pt>
                <c:pt idx="351">
                  <c:v>42441</c:v>
                </c:pt>
                <c:pt idx="352">
                  <c:v>42442</c:v>
                </c:pt>
                <c:pt idx="353">
                  <c:v>42443</c:v>
                </c:pt>
                <c:pt idx="354">
                  <c:v>42444</c:v>
                </c:pt>
                <c:pt idx="355">
                  <c:v>42445</c:v>
                </c:pt>
                <c:pt idx="356">
                  <c:v>42446</c:v>
                </c:pt>
                <c:pt idx="357">
                  <c:v>42447</c:v>
                </c:pt>
                <c:pt idx="358">
                  <c:v>42448</c:v>
                </c:pt>
                <c:pt idx="359">
                  <c:v>42449</c:v>
                </c:pt>
                <c:pt idx="360">
                  <c:v>42450</c:v>
                </c:pt>
                <c:pt idx="361">
                  <c:v>42451</c:v>
                </c:pt>
                <c:pt idx="362">
                  <c:v>42452</c:v>
                </c:pt>
                <c:pt idx="363">
                  <c:v>42453</c:v>
                </c:pt>
                <c:pt idx="364">
                  <c:v>42454</c:v>
                </c:pt>
                <c:pt idx="365">
                  <c:v>42455</c:v>
                </c:pt>
                <c:pt idx="366">
                  <c:v>42456</c:v>
                </c:pt>
                <c:pt idx="367">
                  <c:v>42457</c:v>
                </c:pt>
                <c:pt idx="368">
                  <c:v>42458</c:v>
                </c:pt>
                <c:pt idx="369">
                  <c:v>42459</c:v>
                </c:pt>
                <c:pt idx="370">
                  <c:v>42460</c:v>
                </c:pt>
                <c:pt idx="371">
                  <c:v>42461</c:v>
                </c:pt>
                <c:pt idx="372">
                  <c:v>42462</c:v>
                </c:pt>
                <c:pt idx="373">
                  <c:v>42463</c:v>
                </c:pt>
                <c:pt idx="374">
                  <c:v>42464</c:v>
                </c:pt>
                <c:pt idx="375">
                  <c:v>42465</c:v>
                </c:pt>
                <c:pt idx="376">
                  <c:v>42466</c:v>
                </c:pt>
                <c:pt idx="377">
                  <c:v>42467</c:v>
                </c:pt>
                <c:pt idx="378">
                  <c:v>42468</c:v>
                </c:pt>
                <c:pt idx="379">
                  <c:v>42469</c:v>
                </c:pt>
                <c:pt idx="380">
                  <c:v>42470</c:v>
                </c:pt>
                <c:pt idx="381">
                  <c:v>42471</c:v>
                </c:pt>
                <c:pt idx="382">
                  <c:v>42472</c:v>
                </c:pt>
                <c:pt idx="383">
                  <c:v>42473</c:v>
                </c:pt>
                <c:pt idx="384">
                  <c:v>42474</c:v>
                </c:pt>
                <c:pt idx="385">
                  <c:v>42475</c:v>
                </c:pt>
                <c:pt idx="386">
                  <c:v>42476</c:v>
                </c:pt>
                <c:pt idx="387">
                  <c:v>42477</c:v>
                </c:pt>
                <c:pt idx="388">
                  <c:v>42478</c:v>
                </c:pt>
                <c:pt idx="389">
                  <c:v>42479</c:v>
                </c:pt>
                <c:pt idx="390">
                  <c:v>42480</c:v>
                </c:pt>
                <c:pt idx="391">
                  <c:v>42481</c:v>
                </c:pt>
                <c:pt idx="392">
                  <c:v>42482</c:v>
                </c:pt>
                <c:pt idx="393">
                  <c:v>42483</c:v>
                </c:pt>
                <c:pt idx="394">
                  <c:v>42484</c:v>
                </c:pt>
                <c:pt idx="395">
                  <c:v>42485</c:v>
                </c:pt>
                <c:pt idx="396">
                  <c:v>42486</c:v>
                </c:pt>
                <c:pt idx="397">
                  <c:v>42487</c:v>
                </c:pt>
                <c:pt idx="398">
                  <c:v>42488</c:v>
                </c:pt>
                <c:pt idx="399">
                  <c:v>42489</c:v>
                </c:pt>
                <c:pt idx="400">
                  <c:v>42490</c:v>
                </c:pt>
                <c:pt idx="401">
                  <c:v>42491</c:v>
                </c:pt>
                <c:pt idx="402">
                  <c:v>42492</c:v>
                </c:pt>
                <c:pt idx="403">
                  <c:v>42493</c:v>
                </c:pt>
                <c:pt idx="404">
                  <c:v>42494</c:v>
                </c:pt>
                <c:pt idx="405">
                  <c:v>42495</c:v>
                </c:pt>
                <c:pt idx="406">
                  <c:v>42496</c:v>
                </c:pt>
                <c:pt idx="407">
                  <c:v>42497</c:v>
                </c:pt>
                <c:pt idx="408">
                  <c:v>42498</c:v>
                </c:pt>
                <c:pt idx="409">
                  <c:v>42499</c:v>
                </c:pt>
                <c:pt idx="410">
                  <c:v>42500</c:v>
                </c:pt>
                <c:pt idx="411">
                  <c:v>42501</c:v>
                </c:pt>
                <c:pt idx="412">
                  <c:v>42502</c:v>
                </c:pt>
                <c:pt idx="413">
                  <c:v>42503</c:v>
                </c:pt>
                <c:pt idx="414">
                  <c:v>42504</c:v>
                </c:pt>
                <c:pt idx="415">
                  <c:v>42505</c:v>
                </c:pt>
                <c:pt idx="416">
                  <c:v>42506</c:v>
                </c:pt>
                <c:pt idx="417">
                  <c:v>42507</c:v>
                </c:pt>
                <c:pt idx="418">
                  <c:v>42508</c:v>
                </c:pt>
                <c:pt idx="419">
                  <c:v>42509</c:v>
                </c:pt>
                <c:pt idx="420">
                  <c:v>42510</c:v>
                </c:pt>
                <c:pt idx="421">
                  <c:v>42511</c:v>
                </c:pt>
                <c:pt idx="422">
                  <c:v>42512</c:v>
                </c:pt>
                <c:pt idx="423">
                  <c:v>42513</c:v>
                </c:pt>
                <c:pt idx="424">
                  <c:v>42514</c:v>
                </c:pt>
                <c:pt idx="425">
                  <c:v>42515</c:v>
                </c:pt>
                <c:pt idx="426">
                  <c:v>42516</c:v>
                </c:pt>
                <c:pt idx="427">
                  <c:v>42517</c:v>
                </c:pt>
                <c:pt idx="428">
                  <c:v>42518</c:v>
                </c:pt>
                <c:pt idx="429">
                  <c:v>42519</c:v>
                </c:pt>
                <c:pt idx="430">
                  <c:v>42520</c:v>
                </c:pt>
                <c:pt idx="431">
                  <c:v>42521</c:v>
                </c:pt>
                <c:pt idx="432">
                  <c:v>42522</c:v>
                </c:pt>
                <c:pt idx="433">
                  <c:v>42523</c:v>
                </c:pt>
                <c:pt idx="434">
                  <c:v>42524</c:v>
                </c:pt>
                <c:pt idx="435">
                  <c:v>42525</c:v>
                </c:pt>
                <c:pt idx="436">
                  <c:v>42526</c:v>
                </c:pt>
                <c:pt idx="437">
                  <c:v>42527</c:v>
                </c:pt>
                <c:pt idx="438">
                  <c:v>42528</c:v>
                </c:pt>
                <c:pt idx="439">
                  <c:v>42529</c:v>
                </c:pt>
                <c:pt idx="440">
                  <c:v>42530</c:v>
                </c:pt>
                <c:pt idx="441">
                  <c:v>42531</c:v>
                </c:pt>
                <c:pt idx="442">
                  <c:v>42532</c:v>
                </c:pt>
                <c:pt idx="443">
                  <c:v>42533</c:v>
                </c:pt>
                <c:pt idx="444">
                  <c:v>42534</c:v>
                </c:pt>
                <c:pt idx="445">
                  <c:v>42535</c:v>
                </c:pt>
                <c:pt idx="446">
                  <c:v>42536</c:v>
                </c:pt>
                <c:pt idx="447">
                  <c:v>42537</c:v>
                </c:pt>
                <c:pt idx="448">
                  <c:v>42538</c:v>
                </c:pt>
                <c:pt idx="449">
                  <c:v>42539</c:v>
                </c:pt>
                <c:pt idx="450">
                  <c:v>42540</c:v>
                </c:pt>
                <c:pt idx="451">
                  <c:v>42541</c:v>
                </c:pt>
                <c:pt idx="452">
                  <c:v>42542</c:v>
                </c:pt>
                <c:pt idx="453">
                  <c:v>42543</c:v>
                </c:pt>
                <c:pt idx="454">
                  <c:v>42544</c:v>
                </c:pt>
                <c:pt idx="455">
                  <c:v>42545</c:v>
                </c:pt>
                <c:pt idx="456">
                  <c:v>42546</c:v>
                </c:pt>
                <c:pt idx="457">
                  <c:v>42547</c:v>
                </c:pt>
                <c:pt idx="458">
                  <c:v>42548</c:v>
                </c:pt>
                <c:pt idx="459">
                  <c:v>42549</c:v>
                </c:pt>
                <c:pt idx="460">
                  <c:v>42550</c:v>
                </c:pt>
                <c:pt idx="461">
                  <c:v>42551</c:v>
                </c:pt>
                <c:pt idx="462">
                  <c:v>42552</c:v>
                </c:pt>
                <c:pt idx="463">
                  <c:v>42553</c:v>
                </c:pt>
                <c:pt idx="464">
                  <c:v>42554</c:v>
                </c:pt>
                <c:pt idx="465">
                  <c:v>42555</c:v>
                </c:pt>
                <c:pt idx="466">
                  <c:v>42556</c:v>
                </c:pt>
                <c:pt idx="467">
                  <c:v>42557</c:v>
                </c:pt>
                <c:pt idx="468">
                  <c:v>42558</c:v>
                </c:pt>
                <c:pt idx="469">
                  <c:v>42559</c:v>
                </c:pt>
                <c:pt idx="470">
                  <c:v>42560</c:v>
                </c:pt>
                <c:pt idx="471">
                  <c:v>42561</c:v>
                </c:pt>
                <c:pt idx="472">
                  <c:v>42562</c:v>
                </c:pt>
                <c:pt idx="473">
                  <c:v>42563</c:v>
                </c:pt>
                <c:pt idx="474">
                  <c:v>42564</c:v>
                </c:pt>
                <c:pt idx="475">
                  <c:v>42565</c:v>
                </c:pt>
                <c:pt idx="476">
                  <c:v>42566</c:v>
                </c:pt>
                <c:pt idx="477">
                  <c:v>42567</c:v>
                </c:pt>
                <c:pt idx="478">
                  <c:v>42568</c:v>
                </c:pt>
                <c:pt idx="479">
                  <c:v>42569</c:v>
                </c:pt>
                <c:pt idx="480">
                  <c:v>42570</c:v>
                </c:pt>
                <c:pt idx="481">
                  <c:v>42571</c:v>
                </c:pt>
                <c:pt idx="482">
                  <c:v>42572</c:v>
                </c:pt>
                <c:pt idx="483">
                  <c:v>42573</c:v>
                </c:pt>
                <c:pt idx="484">
                  <c:v>42574</c:v>
                </c:pt>
                <c:pt idx="485">
                  <c:v>42575</c:v>
                </c:pt>
                <c:pt idx="486">
                  <c:v>42576</c:v>
                </c:pt>
                <c:pt idx="487">
                  <c:v>42577</c:v>
                </c:pt>
                <c:pt idx="488">
                  <c:v>42578</c:v>
                </c:pt>
                <c:pt idx="489">
                  <c:v>42579</c:v>
                </c:pt>
                <c:pt idx="490">
                  <c:v>42580</c:v>
                </c:pt>
                <c:pt idx="491">
                  <c:v>42581</c:v>
                </c:pt>
                <c:pt idx="492">
                  <c:v>42582</c:v>
                </c:pt>
                <c:pt idx="493">
                  <c:v>42583</c:v>
                </c:pt>
                <c:pt idx="494">
                  <c:v>42584</c:v>
                </c:pt>
                <c:pt idx="495">
                  <c:v>42585</c:v>
                </c:pt>
                <c:pt idx="496">
                  <c:v>42586</c:v>
                </c:pt>
                <c:pt idx="497">
                  <c:v>42587</c:v>
                </c:pt>
                <c:pt idx="498">
                  <c:v>42588</c:v>
                </c:pt>
                <c:pt idx="499">
                  <c:v>42589</c:v>
                </c:pt>
                <c:pt idx="500">
                  <c:v>42590</c:v>
                </c:pt>
                <c:pt idx="501">
                  <c:v>42591</c:v>
                </c:pt>
                <c:pt idx="502">
                  <c:v>42592</c:v>
                </c:pt>
                <c:pt idx="503">
                  <c:v>42593</c:v>
                </c:pt>
                <c:pt idx="504">
                  <c:v>42594</c:v>
                </c:pt>
                <c:pt idx="505">
                  <c:v>42595</c:v>
                </c:pt>
                <c:pt idx="506">
                  <c:v>42596</c:v>
                </c:pt>
                <c:pt idx="507">
                  <c:v>42597</c:v>
                </c:pt>
                <c:pt idx="508">
                  <c:v>42598</c:v>
                </c:pt>
                <c:pt idx="509">
                  <c:v>42599</c:v>
                </c:pt>
                <c:pt idx="510">
                  <c:v>42600</c:v>
                </c:pt>
                <c:pt idx="511">
                  <c:v>42601</c:v>
                </c:pt>
                <c:pt idx="512">
                  <c:v>42602</c:v>
                </c:pt>
                <c:pt idx="513">
                  <c:v>42603</c:v>
                </c:pt>
                <c:pt idx="514">
                  <c:v>42604</c:v>
                </c:pt>
                <c:pt idx="515">
                  <c:v>42605</c:v>
                </c:pt>
                <c:pt idx="516">
                  <c:v>42606</c:v>
                </c:pt>
                <c:pt idx="517">
                  <c:v>42607</c:v>
                </c:pt>
                <c:pt idx="518">
                  <c:v>42608</c:v>
                </c:pt>
                <c:pt idx="519">
                  <c:v>42609</c:v>
                </c:pt>
                <c:pt idx="520">
                  <c:v>42610</c:v>
                </c:pt>
                <c:pt idx="521">
                  <c:v>42611</c:v>
                </c:pt>
                <c:pt idx="522">
                  <c:v>42612</c:v>
                </c:pt>
                <c:pt idx="523">
                  <c:v>42613</c:v>
                </c:pt>
                <c:pt idx="524">
                  <c:v>42614</c:v>
                </c:pt>
                <c:pt idx="525">
                  <c:v>42615</c:v>
                </c:pt>
                <c:pt idx="526">
                  <c:v>42616</c:v>
                </c:pt>
                <c:pt idx="527">
                  <c:v>42617</c:v>
                </c:pt>
                <c:pt idx="528">
                  <c:v>42618</c:v>
                </c:pt>
                <c:pt idx="529">
                  <c:v>42619</c:v>
                </c:pt>
                <c:pt idx="530">
                  <c:v>42620</c:v>
                </c:pt>
                <c:pt idx="531">
                  <c:v>42621</c:v>
                </c:pt>
                <c:pt idx="532">
                  <c:v>42622</c:v>
                </c:pt>
                <c:pt idx="533">
                  <c:v>42623</c:v>
                </c:pt>
                <c:pt idx="534">
                  <c:v>42624</c:v>
                </c:pt>
                <c:pt idx="535">
                  <c:v>42625</c:v>
                </c:pt>
                <c:pt idx="536">
                  <c:v>42626</c:v>
                </c:pt>
                <c:pt idx="537">
                  <c:v>42627</c:v>
                </c:pt>
                <c:pt idx="538">
                  <c:v>42628</c:v>
                </c:pt>
                <c:pt idx="539">
                  <c:v>42629</c:v>
                </c:pt>
                <c:pt idx="540">
                  <c:v>42630</c:v>
                </c:pt>
                <c:pt idx="541">
                  <c:v>42631</c:v>
                </c:pt>
                <c:pt idx="542">
                  <c:v>42632</c:v>
                </c:pt>
                <c:pt idx="543">
                  <c:v>42633</c:v>
                </c:pt>
                <c:pt idx="544">
                  <c:v>42634</c:v>
                </c:pt>
                <c:pt idx="545">
                  <c:v>42635</c:v>
                </c:pt>
                <c:pt idx="546">
                  <c:v>42636</c:v>
                </c:pt>
                <c:pt idx="547">
                  <c:v>42637</c:v>
                </c:pt>
                <c:pt idx="548">
                  <c:v>42638</c:v>
                </c:pt>
                <c:pt idx="549">
                  <c:v>42639</c:v>
                </c:pt>
                <c:pt idx="550">
                  <c:v>42640</c:v>
                </c:pt>
                <c:pt idx="551">
                  <c:v>42641</c:v>
                </c:pt>
                <c:pt idx="552">
                  <c:v>42642</c:v>
                </c:pt>
                <c:pt idx="553">
                  <c:v>42643</c:v>
                </c:pt>
                <c:pt idx="554">
                  <c:v>42644</c:v>
                </c:pt>
                <c:pt idx="555">
                  <c:v>42645</c:v>
                </c:pt>
                <c:pt idx="556">
                  <c:v>42646</c:v>
                </c:pt>
                <c:pt idx="557">
                  <c:v>42647</c:v>
                </c:pt>
                <c:pt idx="558">
                  <c:v>42648</c:v>
                </c:pt>
                <c:pt idx="559">
                  <c:v>42649</c:v>
                </c:pt>
                <c:pt idx="560">
                  <c:v>42650</c:v>
                </c:pt>
                <c:pt idx="561">
                  <c:v>42651</c:v>
                </c:pt>
                <c:pt idx="562">
                  <c:v>42652</c:v>
                </c:pt>
                <c:pt idx="563">
                  <c:v>42653</c:v>
                </c:pt>
                <c:pt idx="564">
                  <c:v>42654</c:v>
                </c:pt>
                <c:pt idx="565">
                  <c:v>42655</c:v>
                </c:pt>
                <c:pt idx="566">
                  <c:v>42656</c:v>
                </c:pt>
                <c:pt idx="567">
                  <c:v>42657</c:v>
                </c:pt>
                <c:pt idx="568">
                  <c:v>42658</c:v>
                </c:pt>
                <c:pt idx="569">
                  <c:v>42659</c:v>
                </c:pt>
                <c:pt idx="570">
                  <c:v>42660</c:v>
                </c:pt>
                <c:pt idx="571">
                  <c:v>42661</c:v>
                </c:pt>
                <c:pt idx="572">
                  <c:v>42662</c:v>
                </c:pt>
                <c:pt idx="573">
                  <c:v>42663</c:v>
                </c:pt>
                <c:pt idx="574">
                  <c:v>42664</c:v>
                </c:pt>
                <c:pt idx="575">
                  <c:v>42665</c:v>
                </c:pt>
                <c:pt idx="576">
                  <c:v>42666</c:v>
                </c:pt>
                <c:pt idx="577">
                  <c:v>42667</c:v>
                </c:pt>
                <c:pt idx="578">
                  <c:v>42668</c:v>
                </c:pt>
                <c:pt idx="579">
                  <c:v>42669</c:v>
                </c:pt>
                <c:pt idx="580">
                  <c:v>42670</c:v>
                </c:pt>
                <c:pt idx="581">
                  <c:v>42671</c:v>
                </c:pt>
                <c:pt idx="582">
                  <c:v>42672</c:v>
                </c:pt>
                <c:pt idx="583">
                  <c:v>42673</c:v>
                </c:pt>
                <c:pt idx="584">
                  <c:v>42674</c:v>
                </c:pt>
                <c:pt idx="585">
                  <c:v>42675</c:v>
                </c:pt>
                <c:pt idx="586">
                  <c:v>42676</c:v>
                </c:pt>
                <c:pt idx="587">
                  <c:v>42677</c:v>
                </c:pt>
                <c:pt idx="588">
                  <c:v>42678</c:v>
                </c:pt>
                <c:pt idx="589">
                  <c:v>42679</c:v>
                </c:pt>
                <c:pt idx="590">
                  <c:v>42680</c:v>
                </c:pt>
                <c:pt idx="591">
                  <c:v>42681</c:v>
                </c:pt>
                <c:pt idx="592">
                  <c:v>42682</c:v>
                </c:pt>
                <c:pt idx="593">
                  <c:v>42683</c:v>
                </c:pt>
                <c:pt idx="594">
                  <c:v>42684</c:v>
                </c:pt>
                <c:pt idx="595">
                  <c:v>42685</c:v>
                </c:pt>
                <c:pt idx="596">
                  <c:v>42686</c:v>
                </c:pt>
                <c:pt idx="597">
                  <c:v>42687</c:v>
                </c:pt>
                <c:pt idx="598">
                  <c:v>42688</c:v>
                </c:pt>
                <c:pt idx="599">
                  <c:v>42689</c:v>
                </c:pt>
                <c:pt idx="600">
                  <c:v>42690</c:v>
                </c:pt>
                <c:pt idx="601">
                  <c:v>42691</c:v>
                </c:pt>
                <c:pt idx="602">
                  <c:v>42692</c:v>
                </c:pt>
                <c:pt idx="603">
                  <c:v>42693</c:v>
                </c:pt>
                <c:pt idx="604">
                  <c:v>42694</c:v>
                </c:pt>
                <c:pt idx="605">
                  <c:v>42695</c:v>
                </c:pt>
                <c:pt idx="606">
                  <c:v>42696</c:v>
                </c:pt>
                <c:pt idx="607">
                  <c:v>42697</c:v>
                </c:pt>
                <c:pt idx="608">
                  <c:v>42698</c:v>
                </c:pt>
                <c:pt idx="609">
                  <c:v>42699</c:v>
                </c:pt>
                <c:pt idx="610">
                  <c:v>42700</c:v>
                </c:pt>
                <c:pt idx="611">
                  <c:v>42701</c:v>
                </c:pt>
                <c:pt idx="612">
                  <c:v>42702</c:v>
                </c:pt>
                <c:pt idx="613">
                  <c:v>42703</c:v>
                </c:pt>
                <c:pt idx="614">
                  <c:v>42704</c:v>
                </c:pt>
                <c:pt idx="615">
                  <c:v>42705</c:v>
                </c:pt>
                <c:pt idx="616">
                  <c:v>42706</c:v>
                </c:pt>
                <c:pt idx="617">
                  <c:v>42707</c:v>
                </c:pt>
                <c:pt idx="618">
                  <c:v>42708</c:v>
                </c:pt>
                <c:pt idx="619">
                  <c:v>42709</c:v>
                </c:pt>
                <c:pt idx="620">
                  <c:v>42710</c:v>
                </c:pt>
                <c:pt idx="621">
                  <c:v>42711</c:v>
                </c:pt>
                <c:pt idx="622">
                  <c:v>42712</c:v>
                </c:pt>
                <c:pt idx="623">
                  <c:v>42713</c:v>
                </c:pt>
                <c:pt idx="624">
                  <c:v>42714</c:v>
                </c:pt>
                <c:pt idx="625">
                  <c:v>42715</c:v>
                </c:pt>
                <c:pt idx="626">
                  <c:v>42716</c:v>
                </c:pt>
                <c:pt idx="627">
                  <c:v>42717</c:v>
                </c:pt>
                <c:pt idx="628">
                  <c:v>42718</c:v>
                </c:pt>
                <c:pt idx="629">
                  <c:v>42719</c:v>
                </c:pt>
                <c:pt idx="630">
                  <c:v>42720</c:v>
                </c:pt>
                <c:pt idx="631">
                  <c:v>42721</c:v>
                </c:pt>
                <c:pt idx="632">
                  <c:v>42722</c:v>
                </c:pt>
                <c:pt idx="633">
                  <c:v>42723</c:v>
                </c:pt>
                <c:pt idx="634">
                  <c:v>42724</c:v>
                </c:pt>
                <c:pt idx="635">
                  <c:v>42725</c:v>
                </c:pt>
                <c:pt idx="636">
                  <c:v>42726</c:v>
                </c:pt>
                <c:pt idx="637">
                  <c:v>42727</c:v>
                </c:pt>
                <c:pt idx="638">
                  <c:v>42728</c:v>
                </c:pt>
                <c:pt idx="639">
                  <c:v>42729</c:v>
                </c:pt>
                <c:pt idx="640">
                  <c:v>42730</c:v>
                </c:pt>
                <c:pt idx="641">
                  <c:v>42731</c:v>
                </c:pt>
                <c:pt idx="642">
                  <c:v>42732</c:v>
                </c:pt>
                <c:pt idx="643">
                  <c:v>42733</c:v>
                </c:pt>
                <c:pt idx="644">
                  <c:v>42734</c:v>
                </c:pt>
                <c:pt idx="645">
                  <c:v>42735</c:v>
                </c:pt>
                <c:pt idx="646">
                  <c:v>42736</c:v>
                </c:pt>
                <c:pt idx="647">
                  <c:v>42737</c:v>
                </c:pt>
                <c:pt idx="648">
                  <c:v>42738</c:v>
                </c:pt>
                <c:pt idx="649">
                  <c:v>42739</c:v>
                </c:pt>
                <c:pt idx="650">
                  <c:v>42740</c:v>
                </c:pt>
                <c:pt idx="651">
                  <c:v>42741</c:v>
                </c:pt>
                <c:pt idx="652">
                  <c:v>42742</c:v>
                </c:pt>
                <c:pt idx="653">
                  <c:v>42743</c:v>
                </c:pt>
                <c:pt idx="654">
                  <c:v>42744</c:v>
                </c:pt>
                <c:pt idx="655">
                  <c:v>42745</c:v>
                </c:pt>
                <c:pt idx="656">
                  <c:v>42746</c:v>
                </c:pt>
                <c:pt idx="657">
                  <c:v>42747</c:v>
                </c:pt>
                <c:pt idx="658">
                  <c:v>42748</c:v>
                </c:pt>
                <c:pt idx="659">
                  <c:v>42749</c:v>
                </c:pt>
                <c:pt idx="660">
                  <c:v>42750</c:v>
                </c:pt>
                <c:pt idx="661">
                  <c:v>42751</c:v>
                </c:pt>
                <c:pt idx="662">
                  <c:v>42752</c:v>
                </c:pt>
                <c:pt idx="663">
                  <c:v>42753</c:v>
                </c:pt>
                <c:pt idx="664">
                  <c:v>42754</c:v>
                </c:pt>
                <c:pt idx="665">
                  <c:v>42755</c:v>
                </c:pt>
                <c:pt idx="666">
                  <c:v>42756</c:v>
                </c:pt>
                <c:pt idx="667">
                  <c:v>42757</c:v>
                </c:pt>
                <c:pt idx="668">
                  <c:v>42758</c:v>
                </c:pt>
                <c:pt idx="669">
                  <c:v>42759</c:v>
                </c:pt>
                <c:pt idx="670">
                  <c:v>42760</c:v>
                </c:pt>
                <c:pt idx="671">
                  <c:v>42761</c:v>
                </c:pt>
                <c:pt idx="672">
                  <c:v>42762</c:v>
                </c:pt>
                <c:pt idx="673">
                  <c:v>42763</c:v>
                </c:pt>
                <c:pt idx="674">
                  <c:v>42764</c:v>
                </c:pt>
                <c:pt idx="675">
                  <c:v>42765</c:v>
                </c:pt>
                <c:pt idx="676">
                  <c:v>42766</c:v>
                </c:pt>
                <c:pt idx="677">
                  <c:v>42767</c:v>
                </c:pt>
                <c:pt idx="678">
                  <c:v>42768</c:v>
                </c:pt>
                <c:pt idx="679">
                  <c:v>42769</c:v>
                </c:pt>
                <c:pt idx="680">
                  <c:v>42770</c:v>
                </c:pt>
                <c:pt idx="681">
                  <c:v>42771</c:v>
                </c:pt>
                <c:pt idx="682">
                  <c:v>42772</c:v>
                </c:pt>
                <c:pt idx="683">
                  <c:v>42773</c:v>
                </c:pt>
                <c:pt idx="684">
                  <c:v>42774</c:v>
                </c:pt>
                <c:pt idx="685">
                  <c:v>42775</c:v>
                </c:pt>
                <c:pt idx="686">
                  <c:v>42776</c:v>
                </c:pt>
                <c:pt idx="687">
                  <c:v>42777</c:v>
                </c:pt>
                <c:pt idx="688">
                  <c:v>42778</c:v>
                </c:pt>
                <c:pt idx="689">
                  <c:v>42779</c:v>
                </c:pt>
                <c:pt idx="690">
                  <c:v>42780</c:v>
                </c:pt>
                <c:pt idx="691">
                  <c:v>42781</c:v>
                </c:pt>
                <c:pt idx="692">
                  <c:v>42782</c:v>
                </c:pt>
                <c:pt idx="693">
                  <c:v>42783</c:v>
                </c:pt>
                <c:pt idx="694">
                  <c:v>42784</c:v>
                </c:pt>
                <c:pt idx="695">
                  <c:v>42785</c:v>
                </c:pt>
                <c:pt idx="696">
                  <c:v>42786</c:v>
                </c:pt>
                <c:pt idx="697">
                  <c:v>42787</c:v>
                </c:pt>
                <c:pt idx="698">
                  <c:v>42788</c:v>
                </c:pt>
                <c:pt idx="699">
                  <c:v>42789</c:v>
                </c:pt>
                <c:pt idx="700">
                  <c:v>42790</c:v>
                </c:pt>
                <c:pt idx="701">
                  <c:v>42791</c:v>
                </c:pt>
                <c:pt idx="702">
                  <c:v>42792</c:v>
                </c:pt>
                <c:pt idx="703">
                  <c:v>42793</c:v>
                </c:pt>
                <c:pt idx="704">
                  <c:v>42794</c:v>
                </c:pt>
                <c:pt idx="705">
                  <c:v>42795</c:v>
                </c:pt>
                <c:pt idx="706">
                  <c:v>42796</c:v>
                </c:pt>
                <c:pt idx="707">
                  <c:v>42797</c:v>
                </c:pt>
                <c:pt idx="708">
                  <c:v>42798</c:v>
                </c:pt>
                <c:pt idx="709">
                  <c:v>42799</c:v>
                </c:pt>
                <c:pt idx="710">
                  <c:v>42800</c:v>
                </c:pt>
                <c:pt idx="711">
                  <c:v>42801</c:v>
                </c:pt>
                <c:pt idx="712">
                  <c:v>42802</c:v>
                </c:pt>
                <c:pt idx="713">
                  <c:v>42803</c:v>
                </c:pt>
                <c:pt idx="714">
                  <c:v>42804</c:v>
                </c:pt>
                <c:pt idx="715">
                  <c:v>42805</c:v>
                </c:pt>
                <c:pt idx="716">
                  <c:v>42806</c:v>
                </c:pt>
                <c:pt idx="717">
                  <c:v>42807</c:v>
                </c:pt>
                <c:pt idx="718">
                  <c:v>42808</c:v>
                </c:pt>
                <c:pt idx="719">
                  <c:v>42809</c:v>
                </c:pt>
                <c:pt idx="720">
                  <c:v>42810</c:v>
                </c:pt>
                <c:pt idx="721">
                  <c:v>42811</c:v>
                </c:pt>
                <c:pt idx="722">
                  <c:v>42812</c:v>
                </c:pt>
                <c:pt idx="723">
                  <c:v>42813</c:v>
                </c:pt>
                <c:pt idx="724">
                  <c:v>42814</c:v>
                </c:pt>
                <c:pt idx="725">
                  <c:v>42815</c:v>
                </c:pt>
                <c:pt idx="726">
                  <c:v>42816</c:v>
                </c:pt>
                <c:pt idx="727">
                  <c:v>42817</c:v>
                </c:pt>
                <c:pt idx="728">
                  <c:v>42818</c:v>
                </c:pt>
                <c:pt idx="729">
                  <c:v>42819</c:v>
                </c:pt>
                <c:pt idx="730">
                  <c:v>42820</c:v>
                </c:pt>
                <c:pt idx="731">
                  <c:v>42821</c:v>
                </c:pt>
                <c:pt idx="732">
                  <c:v>42822</c:v>
                </c:pt>
                <c:pt idx="733">
                  <c:v>42823</c:v>
                </c:pt>
                <c:pt idx="734">
                  <c:v>42824</c:v>
                </c:pt>
                <c:pt idx="735">
                  <c:v>42825</c:v>
                </c:pt>
                <c:pt idx="736">
                  <c:v>42826</c:v>
                </c:pt>
                <c:pt idx="737">
                  <c:v>42827</c:v>
                </c:pt>
                <c:pt idx="738">
                  <c:v>42828</c:v>
                </c:pt>
                <c:pt idx="739">
                  <c:v>42829</c:v>
                </c:pt>
                <c:pt idx="740">
                  <c:v>42830</c:v>
                </c:pt>
                <c:pt idx="741">
                  <c:v>42831</c:v>
                </c:pt>
                <c:pt idx="742">
                  <c:v>42832</c:v>
                </c:pt>
                <c:pt idx="743">
                  <c:v>42833</c:v>
                </c:pt>
                <c:pt idx="744">
                  <c:v>42834</c:v>
                </c:pt>
                <c:pt idx="745">
                  <c:v>42835</c:v>
                </c:pt>
                <c:pt idx="746">
                  <c:v>42836</c:v>
                </c:pt>
                <c:pt idx="747">
                  <c:v>42837</c:v>
                </c:pt>
                <c:pt idx="748">
                  <c:v>42838</c:v>
                </c:pt>
                <c:pt idx="749">
                  <c:v>42839</c:v>
                </c:pt>
                <c:pt idx="750">
                  <c:v>42840</c:v>
                </c:pt>
                <c:pt idx="751">
                  <c:v>42841</c:v>
                </c:pt>
                <c:pt idx="752">
                  <c:v>42842</c:v>
                </c:pt>
                <c:pt idx="753">
                  <c:v>42843</c:v>
                </c:pt>
                <c:pt idx="754">
                  <c:v>42844</c:v>
                </c:pt>
                <c:pt idx="755">
                  <c:v>42845</c:v>
                </c:pt>
                <c:pt idx="756">
                  <c:v>42846</c:v>
                </c:pt>
                <c:pt idx="757">
                  <c:v>42847</c:v>
                </c:pt>
                <c:pt idx="758">
                  <c:v>42848</c:v>
                </c:pt>
                <c:pt idx="759">
                  <c:v>42849</c:v>
                </c:pt>
                <c:pt idx="760">
                  <c:v>42850</c:v>
                </c:pt>
                <c:pt idx="761">
                  <c:v>42851</c:v>
                </c:pt>
                <c:pt idx="762">
                  <c:v>42852</c:v>
                </c:pt>
                <c:pt idx="763">
                  <c:v>42853</c:v>
                </c:pt>
                <c:pt idx="764">
                  <c:v>42854</c:v>
                </c:pt>
                <c:pt idx="765">
                  <c:v>42855</c:v>
                </c:pt>
                <c:pt idx="766">
                  <c:v>42856</c:v>
                </c:pt>
                <c:pt idx="767">
                  <c:v>42857</c:v>
                </c:pt>
                <c:pt idx="768">
                  <c:v>42858</c:v>
                </c:pt>
                <c:pt idx="769">
                  <c:v>42859</c:v>
                </c:pt>
                <c:pt idx="770">
                  <c:v>42860</c:v>
                </c:pt>
                <c:pt idx="771">
                  <c:v>42861</c:v>
                </c:pt>
                <c:pt idx="772">
                  <c:v>42862</c:v>
                </c:pt>
                <c:pt idx="773">
                  <c:v>42863</c:v>
                </c:pt>
                <c:pt idx="774">
                  <c:v>42864</c:v>
                </c:pt>
                <c:pt idx="775">
                  <c:v>42865</c:v>
                </c:pt>
                <c:pt idx="776">
                  <c:v>42866</c:v>
                </c:pt>
                <c:pt idx="777">
                  <c:v>42867</c:v>
                </c:pt>
                <c:pt idx="778">
                  <c:v>42868</c:v>
                </c:pt>
                <c:pt idx="779">
                  <c:v>42869</c:v>
                </c:pt>
                <c:pt idx="780">
                  <c:v>42870</c:v>
                </c:pt>
                <c:pt idx="781">
                  <c:v>42871</c:v>
                </c:pt>
                <c:pt idx="782">
                  <c:v>42872</c:v>
                </c:pt>
                <c:pt idx="783">
                  <c:v>42873</c:v>
                </c:pt>
                <c:pt idx="784">
                  <c:v>42874</c:v>
                </c:pt>
                <c:pt idx="785">
                  <c:v>42875</c:v>
                </c:pt>
                <c:pt idx="786">
                  <c:v>42876</c:v>
                </c:pt>
                <c:pt idx="787">
                  <c:v>42877</c:v>
                </c:pt>
                <c:pt idx="788">
                  <c:v>42878</c:v>
                </c:pt>
                <c:pt idx="789">
                  <c:v>42879</c:v>
                </c:pt>
                <c:pt idx="790">
                  <c:v>42880</c:v>
                </c:pt>
                <c:pt idx="791">
                  <c:v>42881</c:v>
                </c:pt>
                <c:pt idx="792">
                  <c:v>42882</c:v>
                </c:pt>
                <c:pt idx="793">
                  <c:v>42883</c:v>
                </c:pt>
                <c:pt idx="794">
                  <c:v>42884</c:v>
                </c:pt>
                <c:pt idx="795">
                  <c:v>42885</c:v>
                </c:pt>
                <c:pt idx="796">
                  <c:v>42886</c:v>
                </c:pt>
                <c:pt idx="797">
                  <c:v>42887</c:v>
                </c:pt>
                <c:pt idx="798">
                  <c:v>42888</c:v>
                </c:pt>
                <c:pt idx="799">
                  <c:v>42889</c:v>
                </c:pt>
                <c:pt idx="800">
                  <c:v>42890</c:v>
                </c:pt>
                <c:pt idx="801">
                  <c:v>42891</c:v>
                </c:pt>
                <c:pt idx="802">
                  <c:v>42892</c:v>
                </c:pt>
                <c:pt idx="803">
                  <c:v>42893</c:v>
                </c:pt>
                <c:pt idx="804">
                  <c:v>42894</c:v>
                </c:pt>
                <c:pt idx="805">
                  <c:v>42895</c:v>
                </c:pt>
                <c:pt idx="806">
                  <c:v>42896</c:v>
                </c:pt>
                <c:pt idx="807">
                  <c:v>42897</c:v>
                </c:pt>
                <c:pt idx="808">
                  <c:v>42898</c:v>
                </c:pt>
                <c:pt idx="809">
                  <c:v>42899</c:v>
                </c:pt>
                <c:pt idx="810">
                  <c:v>42900</c:v>
                </c:pt>
                <c:pt idx="811">
                  <c:v>42901</c:v>
                </c:pt>
                <c:pt idx="812">
                  <c:v>42902</c:v>
                </c:pt>
                <c:pt idx="813">
                  <c:v>42903</c:v>
                </c:pt>
                <c:pt idx="814">
                  <c:v>42904</c:v>
                </c:pt>
                <c:pt idx="815">
                  <c:v>42905</c:v>
                </c:pt>
                <c:pt idx="816">
                  <c:v>42906</c:v>
                </c:pt>
                <c:pt idx="817">
                  <c:v>42907</c:v>
                </c:pt>
                <c:pt idx="818">
                  <c:v>42908</c:v>
                </c:pt>
                <c:pt idx="819">
                  <c:v>42909</c:v>
                </c:pt>
                <c:pt idx="820">
                  <c:v>42910</c:v>
                </c:pt>
                <c:pt idx="821">
                  <c:v>42911</c:v>
                </c:pt>
                <c:pt idx="822">
                  <c:v>42912</c:v>
                </c:pt>
                <c:pt idx="823">
                  <c:v>42913</c:v>
                </c:pt>
                <c:pt idx="824">
                  <c:v>42914</c:v>
                </c:pt>
                <c:pt idx="825">
                  <c:v>42915</c:v>
                </c:pt>
                <c:pt idx="826">
                  <c:v>42916</c:v>
                </c:pt>
                <c:pt idx="827">
                  <c:v>42917</c:v>
                </c:pt>
                <c:pt idx="828">
                  <c:v>42918</c:v>
                </c:pt>
                <c:pt idx="829">
                  <c:v>42919</c:v>
                </c:pt>
                <c:pt idx="830">
                  <c:v>42920</c:v>
                </c:pt>
                <c:pt idx="831">
                  <c:v>42921</c:v>
                </c:pt>
                <c:pt idx="832">
                  <c:v>42922</c:v>
                </c:pt>
                <c:pt idx="833">
                  <c:v>42923</c:v>
                </c:pt>
                <c:pt idx="834">
                  <c:v>42924</c:v>
                </c:pt>
                <c:pt idx="835">
                  <c:v>42925</c:v>
                </c:pt>
                <c:pt idx="836">
                  <c:v>42926</c:v>
                </c:pt>
                <c:pt idx="837">
                  <c:v>42927</c:v>
                </c:pt>
                <c:pt idx="838">
                  <c:v>42928</c:v>
                </c:pt>
                <c:pt idx="839">
                  <c:v>42929</c:v>
                </c:pt>
                <c:pt idx="840">
                  <c:v>42930</c:v>
                </c:pt>
                <c:pt idx="841">
                  <c:v>42931</c:v>
                </c:pt>
                <c:pt idx="842">
                  <c:v>42932</c:v>
                </c:pt>
                <c:pt idx="843">
                  <c:v>42933</c:v>
                </c:pt>
                <c:pt idx="844">
                  <c:v>42934</c:v>
                </c:pt>
                <c:pt idx="845">
                  <c:v>42935</c:v>
                </c:pt>
                <c:pt idx="846">
                  <c:v>42936</c:v>
                </c:pt>
                <c:pt idx="847">
                  <c:v>42937</c:v>
                </c:pt>
                <c:pt idx="848">
                  <c:v>42938</c:v>
                </c:pt>
                <c:pt idx="849">
                  <c:v>42939</c:v>
                </c:pt>
                <c:pt idx="850">
                  <c:v>42940</c:v>
                </c:pt>
                <c:pt idx="851">
                  <c:v>42941</c:v>
                </c:pt>
                <c:pt idx="852">
                  <c:v>42942</c:v>
                </c:pt>
                <c:pt idx="853">
                  <c:v>42943</c:v>
                </c:pt>
                <c:pt idx="854">
                  <c:v>42944</c:v>
                </c:pt>
                <c:pt idx="855">
                  <c:v>42945</c:v>
                </c:pt>
                <c:pt idx="856">
                  <c:v>42946</c:v>
                </c:pt>
                <c:pt idx="857">
                  <c:v>42947</c:v>
                </c:pt>
                <c:pt idx="858">
                  <c:v>42948</c:v>
                </c:pt>
                <c:pt idx="859">
                  <c:v>42949</c:v>
                </c:pt>
                <c:pt idx="860">
                  <c:v>42950</c:v>
                </c:pt>
                <c:pt idx="861">
                  <c:v>42951</c:v>
                </c:pt>
                <c:pt idx="862">
                  <c:v>42952</c:v>
                </c:pt>
                <c:pt idx="863">
                  <c:v>42953</c:v>
                </c:pt>
                <c:pt idx="864">
                  <c:v>42954</c:v>
                </c:pt>
                <c:pt idx="865">
                  <c:v>42955</c:v>
                </c:pt>
                <c:pt idx="866">
                  <c:v>42956</c:v>
                </c:pt>
                <c:pt idx="867">
                  <c:v>42957</c:v>
                </c:pt>
                <c:pt idx="868">
                  <c:v>42958</c:v>
                </c:pt>
                <c:pt idx="869">
                  <c:v>42959</c:v>
                </c:pt>
                <c:pt idx="870">
                  <c:v>42960</c:v>
                </c:pt>
                <c:pt idx="871">
                  <c:v>42961</c:v>
                </c:pt>
                <c:pt idx="872">
                  <c:v>42962</c:v>
                </c:pt>
                <c:pt idx="873">
                  <c:v>42963</c:v>
                </c:pt>
                <c:pt idx="874">
                  <c:v>42964</c:v>
                </c:pt>
                <c:pt idx="875">
                  <c:v>42965</c:v>
                </c:pt>
                <c:pt idx="876">
                  <c:v>42966</c:v>
                </c:pt>
                <c:pt idx="877">
                  <c:v>42967</c:v>
                </c:pt>
                <c:pt idx="878">
                  <c:v>42968</c:v>
                </c:pt>
                <c:pt idx="879">
                  <c:v>42969</c:v>
                </c:pt>
                <c:pt idx="880">
                  <c:v>42970</c:v>
                </c:pt>
                <c:pt idx="881">
                  <c:v>42971</c:v>
                </c:pt>
                <c:pt idx="882">
                  <c:v>42972</c:v>
                </c:pt>
                <c:pt idx="883">
                  <c:v>42973</c:v>
                </c:pt>
                <c:pt idx="884">
                  <c:v>42974</c:v>
                </c:pt>
                <c:pt idx="885">
                  <c:v>42975</c:v>
                </c:pt>
                <c:pt idx="886">
                  <c:v>42976</c:v>
                </c:pt>
                <c:pt idx="887">
                  <c:v>42977</c:v>
                </c:pt>
                <c:pt idx="888">
                  <c:v>42978</c:v>
                </c:pt>
                <c:pt idx="889">
                  <c:v>42979</c:v>
                </c:pt>
                <c:pt idx="890">
                  <c:v>42980</c:v>
                </c:pt>
                <c:pt idx="891">
                  <c:v>42981</c:v>
                </c:pt>
                <c:pt idx="892">
                  <c:v>42982</c:v>
                </c:pt>
                <c:pt idx="893">
                  <c:v>42983</c:v>
                </c:pt>
                <c:pt idx="894">
                  <c:v>42984</c:v>
                </c:pt>
                <c:pt idx="895">
                  <c:v>42985</c:v>
                </c:pt>
                <c:pt idx="896">
                  <c:v>42986</c:v>
                </c:pt>
                <c:pt idx="897">
                  <c:v>42987</c:v>
                </c:pt>
                <c:pt idx="898">
                  <c:v>42988</c:v>
                </c:pt>
                <c:pt idx="899">
                  <c:v>42989</c:v>
                </c:pt>
                <c:pt idx="900">
                  <c:v>42990</c:v>
                </c:pt>
                <c:pt idx="901">
                  <c:v>42991</c:v>
                </c:pt>
                <c:pt idx="902">
                  <c:v>42992</c:v>
                </c:pt>
                <c:pt idx="903">
                  <c:v>42993</c:v>
                </c:pt>
                <c:pt idx="904">
                  <c:v>42994</c:v>
                </c:pt>
                <c:pt idx="905">
                  <c:v>42995</c:v>
                </c:pt>
                <c:pt idx="906">
                  <c:v>42996</c:v>
                </c:pt>
                <c:pt idx="907">
                  <c:v>42997</c:v>
                </c:pt>
                <c:pt idx="908">
                  <c:v>42998</c:v>
                </c:pt>
                <c:pt idx="909">
                  <c:v>42999</c:v>
                </c:pt>
                <c:pt idx="910">
                  <c:v>43000</c:v>
                </c:pt>
                <c:pt idx="911">
                  <c:v>43001</c:v>
                </c:pt>
                <c:pt idx="912">
                  <c:v>43002</c:v>
                </c:pt>
                <c:pt idx="913">
                  <c:v>43003</c:v>
                </c:pt>
                <c:pt idx="914">
                  <c:v>43004</c:v>
                </c:pt>
                <c:pt idx="915">
                  <c:v>43005</c:v>
                </c:pt>
                <c:pt idx="916">
                  <c:v>43006</c:v>
                </c:pt>
                <c:pt idx="917">
                  <c:v>43007</c:v>
                </c:pt>
                <c:pt idx="918">
                  <c:v>43008</c:v>
                </c:pt>
                <c:pt idx="919">
                  <c:v>43009</c:v>
                </c:pt>
                <c:pt idx="920">
                  <c:v>43010</c:v>
                </c:pt>
                <c:pt idx="921">
                  <c:v>43011</c:v>
                </c:pt>
                <c:pt idx="922">
                  <c:v>43012</c:v>
                </c:pt>
                <c:pt idx="923">
                  <c:v>43013</c:v>
                </c:pt>
                <c:pt idx="924">
                  <c:v>43014</c:v>
                </c:pt>
                <c:pt idx="925">
                  <c:v>43015</c:v>
                </c:pt>
                <c:pt idx="926">
                  <c:v>43016</c:v>
                </c:pt>
                <c:pt idx="927">
                  <c:v>43017</c:v>
                </c:pt>
                <c:pt idx="928">
                  <c:v>43018</c:v>
                </c:pt>
                <c:pt idx="929">
                  <c:v>43019</c:v>
                </c:pt>
                <c:pt idx="930">
                  <c:v>43020</c:v>
                </c:pt>
                <c:pt idx="931">
                  <c:v>43021</c:v>
                </c:pt>
                <c:pt idx="932">
                  <c:v>43022</c:v>
                </c:pt>
                <c:pt idx="933">
                  <c:v>43023</c:v>
                </c:pt>
                <c:pt idx="934">
                  <c:v>43024</c:v>
                </c:pt>
                <c:pt idx="935">
                  <c:v>43025</c:v>
                </c:pt>
                <c:pt idx="936">
                  <c:v>43026</c:v>
                </c:pt>
                <c:pt idx="937">
                  <c:v>43027</c:v>
                </c:pt>
                <c:pt idx="938">
                  <c:v>43028</c:v>
                </c:pt>
                <c:pt idx="939">
                  <c:v>43029</c:v>
                </c:pt>
                <c:pt idx="940">
                  <c:v>43030</c:v>
                </c:pt>
                <c:pt idx="941">
                  <c:v>43031</c:v>
                </c:pt>
                <c:pt idx="942">
                  <c:v>43032</c:v>
                </c:pt>
                <c:pt idx="943">
                  <c:v>43033</c:v>
                </c:pt>
                <c:pt idx="944">
                  <c:v>43034</c:v>
                </c:pt>
                <c:pt idx="945">
                  <c:v>43035</c:v>
                </c:pt>
                <c:pt idx="946">
                  <c:v>43036</c:v>
                </c:pt>
                <c:pt idx="947">
                  <c:v>43037</c:v>
                </c:pt>
                <c:pt idx="948">
                  <c:v>43038</c:v>
                </c:pt>
                <c:pt idx="949">
                  <c:v>43039</c:v>
                </c:pt>
                <c:pt idx="950">
                  <c:v>43040</c:v>
                </c:pt>
                <c:pt idx="951">
                  <c:v>43041</c:v>
                </c:pt>
                <c:pt idx="952">
                  <c:v>43042</c:v>
                </c:pt>
                <c:pt idx="953">
                  <c:v>43043</c:v>
                </c:pt>
                <c:pt idx="954">
                  <c:v>43044</c:v>
                </c:pt>
                <c:pt idx="955">
                  <c:v>43045</c:v>
                </c:pt>
                <c:pt idx="956">
                  <c:v>43046</c:v>
                </c:pt>
                <c:pt idx="957">
                  <c:v>43047</c:v>
                </c:pt>
                <c:pt idx="958">
                  <c:v>43048</c:v>
                </c:pt>
                <c:pt idx="959">
                  <c:v>43049</c:v>
                </c:pt>
                <c:pt idx="960">
                  <c:v>43050</c:v>
                </c:pt>
                <c:pt idx="961">
                  <c:v>43051</c:v>
                </c:pt>
                <c:pt idx="962">
                  <c:v>43052</c:v>
                </c:pt>
                <c:pt idx="963">
                  <c:v>43053</c:v>
                </c:pt>
                <c:pt idx="964">
                  <c:v>43054</c:v>
                </c:pt>
                <c:pt idx="965">
                  <c:v>43055</c:v>
                </c:pt>
                <c:pt idx="966">
                  <c:v>43056</c:v>
                </c:pt>
                <c:pt idx="967">
                  <c:v>43057</c:v>
                </c:pt>
                <c:pt idx="968">
                  <c:v>43058</c:v>
                </c:pt>
                <c:pt idx="969">
                  <c:v>43059</c:v>
                </c:pt>
                <c:pt idx="970">
                  <c:v>43060</c:v>
                </c:pt>
                <c:pt idx="971">
                  <c:v>43061</c:v>
                </c:pt>
                <c:pt idx="972">
                  <c:v>43062</c:v>
                </c:pt>
                <c:pt idx="973">
                  <c:v>43063</c:v>
                </c:pt>
                <c:pt idx="974">
                  <c:v>43064</c:v>
                </c:pt>
                <c:pt idx="975">
                  <c:v>43065</c:v>
                </c:pt>
                <c:pt idx="976">
                  <c:v>43066</c:v>
                </c:pt>
                <c:pt idx="977">
                  <c:v>43067</c:v>
                </c:pt>
                <c:pt idx="978">
                  <c:v>43068</c:v>
                </c:pt>
                <c:pt idx="979">
                  <c:v>43069</c:v>
                </c:pt>
                <c:pt idx="980">
                  <c:v>43070</c:v>
                </c:pt>
                <c:pt idx="981">
                  <c:v>43071</c:v>
                </c:pt>
                <c:pt idx="982">
                  <c:v>43072</c:v>
                </c:pt>
                <c:pt idx="983">
                  <c:v>43073</c:v>
                </c:pt>
                <c:pt idx="984">
                  <c:v>43074</c:v>
                </c:pt>
                <c:pt idx="985">
                  <c:v>43075</c:v>
                </c:pt>
                <c:pt idx="986">
                  <c:v>43076</c:v>
                </c:pt>
                <c:pt idx="987">
                  <c:v>43077</c:v>
                </c:pt>
                <c:pt idx="988">
                  <c:v>43078</c:v>
                </c:pt>
                <c:pt idx="989">
                  <c:v>43079</c:v>
                </c:pt>
                <c:pt idx="990">
                  <c:v>43080</c:v>
                </c:pt>
                <c:pt idx="991">
                  <c:v>43081</c:v>
                </c:pt>
                <c:pt idx="992">
                  <c:v>43082</c:v>
                </c:pt>
                <c:pt idx="993">
                  <c:v>43083</c:v>
                </c:pt>
                <c:pt idx="994">
                  <c:v>43084</c:v>
                </c:pt>
                <c:pt idx="995">
                  <c:v>43085</c:v>
                </c:pt>
                <c:pt idx="996">
                  <c:v>43086</c:v>
                </c:pt>
                <c:pt idx="997">
                  <c:v>43087</c:v>
                </c:pt>
                <c:pt idx="998">
                  <c:v>43088</c:v>
                </c:pt>
                <c:pt idx="999">
                  <c:v>43089</c:v>
                </c:pt>
                <c:pt idx="1000">
                  <c:v>43090</c:v>
                </c:pt>
                <c:pt idx="1001">
                  <c:v>43091</c:v>
                </c:pt>
                <c:pt idx="1002">
                  <c:v>43092</c:v>
                </c:pt>
                <c:pt idx="1003">
                  <c:v>43093</c:v>
                </c:pt>
                <c:pt idx="1004">
                  <c:v>43094</c:v>
                </c:pt>
                <c:pt idx="1005">
                  <c:v>43095</c:v>
                </c:pt>
                <c:pt idx="1006">
                  <c:v>43096</c:v>
                </c:pt>
                <c:pt idx="1007">
                  <c:v>43097</c:v>
                </c:pt>
                <c:pt idx="1008">
                  <c:v>43098</c:v>
                </c:pt>
                <c:pt idx="1009">
                  <c:v>43099</c:v>
                </c:pt>
                <c:pt idx="1010">
                  <c:v>43100</c:v>
                </c:pt>
                <c:pt idx="1011">
                  <c:v>43101</c:v>
                </c:pt>
                <c:pt idx="1012">
                  <c:v>43102</c:v>
                </c:pt>
                <c:pt idx="1013">
                  <c:v>43103</c:v>
                </c:pt>
                <c:pt idx="1014">
                  <c:v>43104</c:v>
                </c:pt>
                <c:pt idx="1015">
                  <c:v>43105</c:v>
                </c:pt>
                <c:pt idx="1016">
                  <c:v>43106</c:v>
                </c:pt>
                <c:pt idx="1017">
                  <c:v>43107</c:v>
                </c:pt>
                <c:pt idx="1018">
                  <c:v>43108</c:v>
                </c:pt>
                <c:pt idx="1019">
                  <c:v>43109</c:v>
                </c:pt>
                <c:pt idx="1020">
                  <c:v>43110</c:v>
                </c:pt>
                <c:pt idx="1021">
                  <c:v>43111</c:v>
                </c:pt>
                <c:pt idx="1022">
                  <c:v>43112</c:v>
                </c:pt>
                <c:pt idx="1023">
                  <c:v>43113</c:v>
                </c:pt>
                <c:pt idx="1024">
                  <c:v>43114</c:v>
                </c:pt>
                <c:pt idx="1025">
                  <c:v>43115</c:v>
                </c:pt>
                <c:pt idx="1026">
                  <c:v>43116</c:v>
                </c:pt>
                <c:pt idx="1027">
                  <c:v>43117</c:v>
                </c:pt>
                <c:pt idx="1028">
                  <c:v>43118</c:v>
                </c:pt>
                <c:pt idx="1029">
                  <c:v>43119</c:v>
                </c:pt>
                <c:pt idx="1030">
                  <c:v>43120</c:v>
                </c:pt>
                <c:pt idx="1031">
                  <c:v>43121</c:v>
                </c:pt>
                <c:pt idx="1032">
                  <c:v>43122</c:v>
                </c:pt>
                <c:pt idx="1033">
                  <c:v>43123</c:v>
                </c:pt>
                <c:pt idx="1034">
                  <c:v>43124</c:v>
                </c:pt>
                <c:pt idx="1035">
                  <c:v>43125</c:v>
                </c:pt>
                <c:pt idx="1036">
                  <c:v>43126</c:v>
                </c:pt>
                <c:pt idx="1037">
                  <c:v>43127</c:v>
                </c:pt>
                <c:pt idx="1038">
                  <c:v>43128</c:v>
                </c:pt>
                <c:pt idx="1039">
                  <c:v>43129</c:v>
                </c:pt>
                <c:pt idx="1040">
                  <c:v>43130</c:v>
                </c:pt>
                <c:pt idx="1041">
                  <c:v>43131</c:v>
                </c:pt>
                <c:pt idx="1042">
                  <c:v>43132</c:v>
                </c:pt>
                <c:pt idx="1043">
                  <c:v>43133</c:v>
                </c:pt>
                <c:pt idx="1044">
                  <c:v>43134</c:v>
                </c:pt>
                <c:pt idx="1045">
                  <c:v>43135</c:v>
                </c:pt>
                <c:pt idx="1046">
                  <c:v>43136</c:v>
                </c:pt>
                <c:pt idx="1047">
                  <c:v>43137</c:v>
                </c:pt>
                <c:pt idx="1048">
                  <c:v>43138</c:v>
                </c:pt>
                <c:pt idx="1049">
                  <c:v>43139</c:v>
                </c:pt>
                <c:pt idx="1050">
                  <c:v>43140</c:v>
                </c:pt>
                <c:pt idx="1051">
                  <c:v>43141</c:v>
                </c:pt>
                <c:pt idx="1052">
                  <c:v>43142</c:v>
                </c:pt>
                <c:pt idx="1053">
                  <c:v>43143</c:v>
                </c:pt>
                <c:pt idx="1054">
                  <c:v>43144</c:v>
                </c:pt>
                <c:pt idx="1055">
                  <c:v>43145</c:v>
                </c:pt>
                <c:pt idx="1056">
                  <c:v>43146</c:v>
                </c:pt>
                <c:pt idx="1057">
                  <c:v>43147</c:v>
                </c:pt>
                <c:pt idx="1058">
                  <c:v>43148</c:v>
                </c:pt>
                <c:pt idx="1059">
                  <c:v>43149</c:v>
                </c:pt>
                <c:pt idx="1060">
                  <c:v>43150</c:v>
                </c:pt>
                <c:pt idx="1061">
                  <c:v>43151</c:v>
                </c:pt>
                <c:pt idx="1062">
                  <c:v>43152</c:v>
                </c:pt>
                <c:pt idx="1063">
                  <c:v>43153</c:v>
                </c:pt>
                <c:pt idx="1064">
                  <c:v>43154</c:v>
                </c:pt>
                <c:pt idx="1065">
                  <c:v>43155</c:v>
                </c:pt>
                <c:pt idx="1066">
                  <c:v>43156</c:v>
                </c:pt>
                <c:pt idx="1067">
                  <c:v>43157</c:v>
                </c:pt>
                <c:pt idx="1068">
                  <c:v>43158</c:v>
                </c:pt>
                <c:pt idx="1069">
                  <c:v>43159</c:v>
                </c:pt>
                <c:pt idx="1070">
                  <c:v>43160</c:v>
                </c:pt>
                <c:pt idx="1071">
                  <c:v>43161</c:v>
                </c:pt>
                <c:pt idx="1072">
                  <c:v>43162</c:v>
                </c:pt>
                <c:pt idx="1073">
                  <c:v>43163</c:v>
                </c:pt>
                <c:pt idx="1074">
                  <c:v>43164</c:v>
                </c:pt>
                <c:pt idx="1075">
                  <c:v>43165</c:v>
                </c:pt>
                <c:pt idx="1076">
                  <c:v>43166</c:v>
                </c:pt>
                <c:pt idx="1077">
                  <c:v>43167</c:v>
                </c:pt>
                <c:pt idx="1078">
                  <c:v>43168</c:v>
                </c:pt>
                <c:pt idx="1079">
                  <c:v>43169</c:v>
                </c:pt>
                <c:pt idx="1080">
                  <c:v>43170</c:v>
                </c:pt>
                <c:pt idx="1081">
                  <c:v>43171</c:v>
                </c:pt>
                <c:pt idx="1082">
                  <c:v>43172</c:v>
                </c:pt>
                <c:pt idx="1083">
                  <c:v>43173</c:v>
                </c:pt>
                <c:pt idx="1084">
                  <c:v>43174</c:v>
                </c:pt>
                <c:pt idx="1085">
                  <c:v>43175</c:v>
                </c:pt>
                <c:pt idx="1086">
                  <c:v>43176</c:v>
                </c:pt>
                <c:pt idx="1087">
                  <c:v>43177</c:v>
                </c:pt>
                <c:pt idx="1088">
                  <c:v>43178</c:v>
                </c:pt>
                <c:pt idx="1089">
                  <c:v>43179</c:v>
                </c:pt>
                <c:pt idx="1090">
                  <c:v>43180</c:v>
                </c:pt>
                <c:pt idx="1091">
                  <c:v>43181</c:v>
                </c:pt>
                <c:pt idx="1092">
                  <c:v>43182</c:v>
                </c:pt>
                <c:pt idx="1093">
                  <c:v>43183</c:v>
                </c:pt>
                <c:pt idx="1094">
                  <c:v>43184</c:v>
                </c:pt>
                <c:pt idx="1095">
                  <c:v>43185</c:v>
                </c:pt>
                <c:pt idx="1096">
                  <c:v>43186</c:v>
                </c:pt>
                <c:pt idx="1097">
                  <c:v>43187</c:v>
                </c:pt>
                <c:pt idx="1098">
                  <c:v>43188</c:v>
                </c:pt>
                <c:pt idx="1099">
                  <c:v>43189</c:v>
                </c:pt>
                <c:pt idx="1100">
                  <c:v>43190</c:v>
                </c:pt>
                <c:pt idx="1101">
                  <c:v>43191</c:v>
                </c:pt>
                <c:pt idx="1102">
                  <c:v>43192</c:v>
                </c:pt>
                <c:pt idx="1103">
                  <c:v>43193</c:v>
                </c:pt>
                <c:pt idx="1104">
                  <c:v>43194</c:v>
                </c:pt>
                <c:pt idx="1105">
                  <c:v>43195</c:v>
                </c:pt>
                <c:pt idx="1106">
                  <c:v>43196</c:v>
                </c:pt>
                <c:pt idx="1107">
                  <c:v>43197</c:v>
                </c:pt>
                <c:pt idx="1108">
                  <c:v>43198</c:v>
                </c:pt>
                <c:pt idx="1109">
                  <c:v>43199</c:v>
                </c:pt>
                <c:pt idx="1110">
                  <c:v>43200</c:v>
                </c:pt>
                <c:pt idx="1111">
                  <c:v>43201</c:v>
                </c:pt>
                <c:pt idx="1112">
                  <c:v>43202</c:v>
                </c:pt>
                <c:pt idx="1113">
                  <c:v>43203</c:v>
                </c:pt>
                <c:pt idx="1114">
                  <c:v>43204</c:v>
                </c:pt>
                <c:pt idx="1115">
                  <c:v>43205</c:v>
                </c:pt>
                <c:pt idx="1116">
                  <c:v>43206</c:v>
                </c:pt>
                <c:pt idx="1117">
                  <c:v>43207</c:v>
                </c:pt>
                <c:pt idx="1118">
                  <c:v>43208</c:v>
                </c:pt>
                <c:pt idx="1119">
                  <c:v>43209</c:v>
                </c:pt>
                <c:pt idx="1120">
                  <c:v>43210</c:v>
                </c:pt>
                <c:pt idx="1121">
                  <c:v>43211</c:v>
                </c:pt>
                <c:pt idx="1122">
                  <c:v>43212</c:v>
                </c:pt>
                <c:pt idx="1123">
                  <c:v>43213</c:v>
                </c:pt>
                <c:pt idx="1124">
                  <c:v>43214</c:v>
                </c:pt>
                <c:pt idx="1125">
                  <c:v>43215</c:v>
                </c:pt>
                <c:pt idx="1126">
                  <c:v>43216</c:v>
                </c:pt>
                <c:pt idx="1127">
                  <c:v>43217</c:v>
                </c:pt>
                <c:pt idx="1128">
                  <c:v>43218</c:v>
                </c:pt>
                <c:pt idx="1129">
                  <c:v>43219</c:v>
                </c:pt>
                <c:pt idx="1130">
                  <c:v>43220</c:v>
                </c:pt>
                <c:pt idx="1131">
                  <c:v>43221</c:v>
                </c:pt>
                <c:pt idx="1132">
                  <c:v>43222</c:v>
                </c:pt>
                <c:pt idx="1133">
                  <c:v>43223</c:v>
                </c:pt>
                <c:pt idx="1134">
                  <c:v>43224</c:v>
                </c:pt>
                <c:pt idx="1135">
                  <c:v>43225</c:v>
                </c:pt>
                <c:pt idx="1136">
                  <c:v>43226</c:v>
                </c:pt>
                <c:pt idx="1137">
                  <c:v>43227</c:v>
                </c:pt>
                <c:pt idx="1138">
                  <c:v>43228</c:v>
                </c:pt>
                <c:pt idx="1139">
                  <c:v>43229</c:v>
                </c:pt>
                <c:pt idx="1140">
                  <c:v>43230</c:v>
                </c:pt>
                <c:pt idx="1141">
                  <c:v>43231</c:v>
                </c:pt>
                <c:pt idx="1142">
                  <c:v>43232</c:v>
                </c:pt>
                <c:pt idx="1143">
                  <c:v>43233</c:v>
                </c:pt>
                <c:pt idx="1144">
                  <c:v>43234</c:v>
                </c:pt>
                <c:pt idx="1145">
                  <c:v>43235</c:v>
                </c:pt>
                <c:pt idx="1146">
                  <c:v>43236</c:v>
                </c:pt>
                <c:pt idx="1147">
                  <c:v>43237</c:v>
                </c:pt>
                <c:pt idx="1148">
                  <c:v>43238</c:v>
                </c:pt>
                <c:pt idx="1149">
                  <c:v>43239</c:v>
                </c:pt>
                <c:pt idx="1150">
                  <c:v>43240</c:v>
                </c:pt>
                <c:pt idx="1151">
                  <c:v>43241</c:v>
                </c:pt>
                <c:pt idx="1152">
                  <c:v>43242</c:v>
                </c:pt>
                <c:pt idx="1153">
                  <c:v>43243</c:v>
                </c:pt>
                <c:pt idx="1154">
                  <c:v>43244</c:v>
                </c:pt>
                <c:pt idx="1155">
                  <c:v>43245</c:v>
                </c:pt>
                <c:pt idx="1156">
                  <c:v>43246</c:v>
                </c:pt>
                <c:pt idx="1157">
                  <c:v>43247</c:v>
                </c:pt>
                <c:pt idx="1158">
                  <c:v>43248</c:v>
                </c:pt>
                <c:pt idx="1159">
                  <c:v>43249</c:v>
                </c:pt>
                <c:pt idx="1160">
                  <c:v>43250</c:v>
                </c:pt>
                <c:pt idx="1161">
                  <c:v>43251</c:v>
                </c:pt>
                <c:pt idx="1162">
                  <c:v>43252</c:v>
                </c:pt>
                <c:pt idx="1163">
                  <c:v>43253</c:v>
                </c:pt>
                <c:pt idx="1164">
                  <c:v>43254</c:v>
                </c:pt>
                <c:pt idx="1165">
                  <c:v>43255</c:v>
                </c:pt>
                <c:pt idx="1166">
                  <c:v>43256</c:v>
                </c:pt>
                <c:pt idx="1167">
                  <c:v>43257</c:v>
                </c:pt>
                <c:pt idx="1168">
                  <c:v>43258</c:v>
                </c:pt>
                <c:pt idx="1169">
                  <c:v>43259</c:v>
                </c:pt>
                <c:pt idx="1170">
                  <c:v>43260</c:v>
                </c:pt>
                <c:pt idx="1171">
                  <c:v>43261</c:v>
                </c:pt>
                <c:pt idx="1172">
                  <c:v>43262</c:v>
                </c:pt>
                <c:pt idx="1173">
                  <c:v>43263</c:v>
                </c:pt>
                <c:pt idx="1174">
                  <c:v>43264</c:v>
                </c:pt>
                <c:pt idx="1175">
                  <c:v>43265</c:v>
                </c:pt>
                <c:pt idx="1176">
                  <c:v>43266</c:v>
                </c:pt>
                <c:pt idx="1177">
                  <c:v>43267</c:v>
                </c:pt>
                <c:pt idx="1178">
                  <c:v>43268</c:v>
                </c:pt>
                <c:pt idx="1179">
                  <c:v>43269</c:v>
                </c:pt>
                <c:pt idx="1180">
                  <c:v>43270</c:v>
                </c:pt>
                <c:pt idx="1181">
                  <c:v>43271</c:v>
                </c:pt>
                <c:pt idx="1182">
                  <c:v>43272</c:v>
                </c:pt>
                <c:pt idx="1183">
                  <c:v>43273</c:v>
                </c:pt>
                <c:pt idx="1184">
                  <c:v>43274</c:v>
                </c:pt>
                <c:pt idx="1185">
                  <c:v>43275</c:v>
                </c:pt>
                <c:pt idx="1186">
                  <c:v>43276</c:v>
                </c:pt>
                <c:pt idx="1187">
                  <c:v>43277</c:v>
                </c:pt>
                <c:pt idx="1188">
                  <c:v>43278</c:v>
                </c:pt>
                <c:pt idx="1189">
                  <c:v>43279</c:v>
                </c:pt>
                <c:pt idx="1190">
                  <c:v>43280</c:v>
                </c:pt>
                <c:pt idx="1191">
                  <c:v>43281</c:v>
                </c:pt>
                <c:pt idx="1192">
                  <c:v>43282</c:v>
                </c:pt>
                <c:pt idx="1193">
                  <c:v>43283</c:v>
                </c:pt>
                <c:pt idx="1194">
                  <c:v>43284</c:v>
                </c:pt>
                <c:pt idx="1195">
                  <c:v>43285</c:v>
                </c:pt>
                <c:pt idx="1196">
                  <c:v>43286</c:v>
                </c:pt>
                <c:pt idx="1197">
                  <c:v>43287</c:v>
                </c:pt>
                <c:pt idx="1198">
                  <c:v>43288</c:v>
                </c:pt>
                <c:pt idx="1199">
                  <c:v>43289</c:v>
                </c:pt>
                <c:pt idx="1200">
                  <c:v>43290</c:v>
                </c:pt>
                <c:pt idx="1201">
                  <c:v>43291</c:v>
                </c:pt>
                <c:pt idx="1202">
                  <c:v>43292</c:v>
                </c:pt>
                <c:pt idx="1203">
                  <c:v>43293</c:v>
                </c:pt>
                <c:pt idx="1204">
                  <c:v>43294</c:v>
                </c:pt>
                <c:pt idx="1205">
                  <c:v>43295</c:v>
                </c:pt>
                <c:pt idx="1206">
                  <c:v>43296</c:v>
                </c:pt>
                <c:pt idx="1207">
                  <c:v>43297</c:v>
                </c:pt>
                <c:pt idx="1208">
                  <c:v>43298</c:v>
                </c:pt>
                <c:pt idx="1209">
                  <c:v>43299</c:v>
                </c:pt>
                <c:pt idx="1210">
                  <c:v>43300</c:v>
                </c:pt>
                <c:pt idx="1211">
                  <c:v>43301</c:v>
                </c:pt>
                <c:pt idx="1212">
                  <c:v>43302</c:v>
                </c:pt>
                <c:pt idx="1213">
                  <c:v>43303</c:v>
                </c:pt>
                <c:pt idx="1214">
                  <c:v>43304</c:v>
                </c:pt>
                <c:pt idx="1215">
                  <c:v>43305</c:v>
                </c:pt>
                <c:pt idx="1216">
                  <c:v>43306</c:v>
                </c:pt>
                <c:pt idx="1217">
                  <c:v>43307</c:v>
                </c:pt>
                <c:pt idx="1218">
                  <c:v>43308</c:v>
                </c:pt>
                <c:pt idx="1219">
                  <c:v>43309</c:v>
                </c:pt>
                <c:pt idx="1220">
                  <c:v>43310</c:v>
                </c:pt>
                <c:pt idx="1221">
                  <c:v>43311</c:v>
                </c:pt>
                <c:pt idx="1222">
                  <c:v>43312</c:v>
                </c:pt>
                <c:pt idx="1223">
                  <c:v>43313</c:v>
                </c:pt>
                <c:pt idx="1224">
                  <c:v>43314</c:v>
                </c:pt>
                <c:pt idx="1225">
                  <c:v>43315</c:v>
                </c:pt>
                <c:pt idx="1226">
                  <c:v>43316</c:v>
                </c:pt>
                <c:pt idx="1227">
                  <c:v>43317</c:v>
                </c:pt>
                <c:pt idx="1228">
                  <c:v>43318</c:v>
                </c:pt>
                <c:pt idx="1229">
                  <c:v>43319</c:v>
                </c:pt>
                <c:pt idx="1230">
                  <c:v>43320</c:v>
                </c:pt>
                <c:pt idx="1231">
                  <c:v>43321</c:v>
                </c:pt>
                <c:pt idx="1232">
                  <c:v>43322</c:v>
                </c:pt>
                <c:pt idx="1233">
                  <c:v>43323</c:v>
                </c:pt>
                <c:pt idx="1234">
                  <c:v>43324</c:v>
                </c:pt>
                <c:pt idx="1235">
                  <c:v>43325</c:v>
                </c:pt>
                <c:pt idx="1236">
                  <c:v>43326</c:v>
                </c:pt>
                <c:pt idx="1237">
                  <c:v>43327</c:v>
                </c:pt>
                <c:pt idx="1238">
                  <c:v>43328</c:v>
                </c:pt>
                <c:pt idx="1239">
                  <c:v>43329</c:v>
                </c:pt>
                <c:pt idx="1240">
                  <c:v>43330</c:v>
                </c:pt>
                <c:pt idx="1241">
                  <c:v>43331</c:v>
                </c:pt>
                <c:pt idx="1242">
                  <c:v>43332</c:v>
                </c:pt>
                <c:pt idx="1243">
                  <c:v>43333</c:v>
                </c:pt>
                <c:pt idx="1244">
                  <c:v>43334</c:v>
                </c:pt>
                <c:pt idx="1245">
                  <c:v>43335</c:v>
                </c:pt>
                <c:pt idx="1246">
                  <c:v>43336</c:v>
                </c:pt>
                <c:pt idx="1247">
                  <c:v>43337</c:v>
                </c:pt>
                <c:pt idx="1248">
                  <c:v>43338</c:v>
                </c:pt>
                <c:pt idx="1249">
                  <c:v>43339</c:v>
                </c:pt>
                <c:pt idx="1250">
                  <c:v>43340</c:v>
                </c:pt>
                <c:pt idx="1251">
                  <c:v>43341</c:v>
                </c:pt>
                <c:pt idx="1252">
                  <c:v>43342</c:v>
                </c:pt>
                <c:pt idx="1253">
                  <c:v>43343</c:v>
                </c:pt>
                <c:pt idx="1254">
                  <c:v>43344</c:v>
                </c:pt>
                <c:pt idx="1255">
                  <c:v>43345</c:v>
                </c:pt>
                <c:pt idx="1256">
                  <c:v>43346</c:v>
                </c:pt>
                <c:pt idx="1257">
                  <c:v>43347</c:v>
                </c:pt>
                <c:pt idx="1258">
                  <c:v>43348</c:v>
                </c:pt>
                <c:pt idx="1259">
                  <c:v>43349</c:v>
                </c:pt>
                <c:pt idx="1260">
                  <c:v>43350</c:v>
                </c:pt>
                <c:pt idx="1261">
                  <c:v>43351</c:v>
                </c:pt>
                <c:pt idx="1262">
                  <c:v>43352</c:v>
                </c:pt>
                <c:pt idx="1263">
                  <c:v>43353</c:v>
                </c:pt>
                <c:pt idx="1264">
                  <c:v>43354</c:v>
                </c:pt>
                <c:pt idx="1265">
                  <c:v>43355</c:v>
                </c:pt>
                <c:pt idx="1266">
                  <c:v>43356</c:v>
                </c:pt>
                <c:pt idx="1267">
                  <c:v>43357</c:v>
                </c:pt>
                <c:pt idx="1268">
                  <c:v>43358</c:v>
                </c:pt>
                <c:pt idx="1269">
                  <c:v>43359</c:v>
                </c:pt>
                <c:pt idx="1270">
                  <c:v>43360</c:v>
                </c:pt>
                <c:pt idx="1271">
                  <c:v>43361</c:v>
                </c:pt>
                <c:pt idx="1272">
                  <c:v>43362</c:v>
                </c:pt>
                <c:pt idx="1273">
                  <c:v>43363</c:v>
                </c:pt>
                <c:pt idx="1274">
                  <c:v>43364</c:v>
                </c:pt>
                <c:pt idx="1275">
                  <c:v>43365</c:v>
                </c:pt>
                <c:pt idx="1276">
                  <c:v>43366</c:v>
                </c:pt>
                <c:pt idx="1277">
                  <c:v>43367</c:v>
                </c:pt>
                <c:pt idx="1278">
                  <c:v>43368</c:v>
                </c:pt>
                <c:pt idx="1279">
                  <c:v>43369</c:v>
                </c:pt>
                <c:pt idx="1280">
                  <c:v>43370</c:v>
                </c:pt>
                <c:pt idx="1281">
                  <c:v>43371</c:v>
                </c:pt>
                <c:pt idx="1282">
                  <c:v>43372</c:v>
                </c:pt>
                <c:pt idx="1283">
                  <c:v>43373</c:v>
                </c:pt>
                <c:pt idx="1284">
                  <c:v>43374</c:v>
                </c:pt>
                <c:pt idx="1285">
                  <c:v>43375</c:v>
                </c:pt>
                <c:pt idx="1286">
                  <c:v>43376</c:v>
                </c:pt>
                <c:pt idx="1287">
                  <c:v>43377</c:v>
                </c:pt>
                <c:pt idx="1288">
                  <c:v>43378</c:v>
                </c:pt>
                <c:pt idx="1289">
                  <c:v>43379</c:v>
                </c:pt>
                <c:pt idx="1290">
                  <c:v>43380</c:v>
                </c:pt>
                <c:pt idx="1291">
                  <c:v>43381</c:v>
                </c:pt>
                <c:pt idx="1292">
                  <c:v>43382</c:v>
                </c:pt>
                <c:pt idx="1293">
                  <c:v>43383</c:v>
                </c:pt>
                <c:pt idx="1294">
                  <c:v>43384</c:v>
                </c:pt>
                <c:pt idx="1295">
                  <c:v>43385</c:v>
                </c:pt>
                <c:pt idx="1296">
                  <c:v>43386</c:v>
                </c:pt>
                <c:pt idx="1297">
                  <c:v>43387</c:v>
                </c:pt>
                <c:pt idx="1298">
                  <c:v>43388</c:v>
                </c:pt>
                <c:pt idx="1299">
                  <c:v>43389</c:v>
                </c:pt>
                <c:pt idx="1300">
                  <c:v>43390</c:v>
                </c:pt>
                <c:pt idx="1301">
                  <c:v>43391</c:v>
                </c:pt>
                <c:pt idx="1302">
                  <c:v>43392</c:v>
                </c:pt>
                <c:pt idx="1303">
                  <c:v>43393</c:v>
                </c:pt>
                <c:pt idx="1304">
                  <c:v>43394</c:v>
                </c:pt>
                <c:pt idx="1305">
                  <c:v>43395</c:v>
                </c:pt>
                <c:pt idx="1306">
                  <c:v>43396</c:v>
                </c:pt>
                <c:pt idx="1307">
                  <c:v>43397</c:v>
                </c:pt>
                <c:pt idx="1308">
                  <c:v>43398</c:v>
                </c:pt>
                <c:pt idx="1309">
                  <c:v>43399</c:v>
                </c:pt>
                <c:pt idx="1310">
                  <c:v>43400</c:v>
                </c:pt>
                <c:pt idx="1311">
                  <c:v>43401</c:v>
                </c:pt>
                <c:pt idx="1312">
                  <c:v>43402</c:v>
                </c:pt>
                <c:pt idx="1313">
                  <c:v>43403</c:v>
                </c:pt>
                <c:pt idx="1314">
                  <c:v>43404</c:v>
                </c:pt>
                <c:pt idx="1315">
                  <c:v>43405</c:v>
                </c:pt>
                <c:pt idx="1316">
                  <c:v>43406</c:v>
                </c:pt>
                <c:pt idx="1317">
                  <c:v>43407</c:v>
                </c:pt>
                <c:pt idx="1318">
                  <c:v>43408</c:v>
                </c:pt>
                <c:pt idx="1319">
                  <c:v>43409</c:v>
                </c:pt>
                <c:pt idx="1320">
                  <c:v>43410</c:v>
                </c:pt>
                <c:pt idx="1321">
                  <c:v>43411</c:v>
                </c:pt>
                <c:pt idx="1322">
                  <c:v>43412</c:v>
                </c:pt>
                <c:pt idx="1323">
                  <c:v>43413</c:v>
                </c:pt>
                <c:pt idx="1324">
                  <c:v>43414</c:v>
                </c:pt>
                <c:pt idx="1325">
                  <c:v>43415</c:v>
                </c:pt>
                <c:pt idx="1326">
                  <c:v>43416</c:v>
                </c:pt>
                <c:pt idx="1327">
                  <c:v>43417</c:v>
                </c:pt>
                <c:pt idx="1328">
                  <c:v>43418</c:v>
                </c:pt>
                <c:pt idx="1329">
                  <c:v>43419</c:v>
                </c:pt>
                <c:pt idx="1330">
                  <c:v>43420</c:v>
                </c:pt>
                <c:pt idx="1331">
                  <c:v>43421</c:v>
                </c:pt>
                <c:pt idx="1332">
                  <c:v>43422</c:v>
                </c:pt>
                <c:pt idx="1333">
                  <c:v>43423</c:v>
                </c:pt>
                <c:pt idx="1334">
                  <c:v>43424</c:v>
                </c:pt>
                <c:pt idx="1335">
                  <c:v>43425</c:v>
                </c:pt>
                <c:pt idx="1336">
                  <c:v>43426</c:v>
                </c:pt>
                <c:pt idx="1337">
                  <c:v>43427</c:v>
                </c:pt>
                <c:pt idx="1338">
                  <c:v>43428</c:v>
                </c:pt>
                <c:pt idx="1339">
                  <c:v>43429</c:v>
                </c:pt>
                <c:pt idx="1340">
                  <c:v>43430</c:v>
                </c:pt>
                <c:pt idx="1341">
                  <c:v>43431</c:v>
                </c:pt>
                <c:pt idx="1342">
                  <c:v>43432</c:v>
                </c:pt>
                <c:pt idx="1343">
                  <c:v>43433</c:v>
                </c:pt>
                <c:pt idx="1344">
                  <c:v>43434</c:v>
                </c:pt>
                <c:pt idx="1345">
                  <c:v>43435</c:v>
                </c:pt>
                <c:pt idx="1346">
                  <c:v>43436</c:v>
                </c:pt>
                <c:pt idx="1347">
                  <c:v>43437</c:v>
                </c:pt>
                <c:pt idx="1348">
                  <c:v>43438</c:v>
                </c:pt>
                <c:pt idx="1349">
                  <c:v>43439</c:v>
                </c:pt>
                <c:pt idx="1350">
                  <c:v>43440</c:v>
                </c:pt>
                <c:pt idx="1351">
                  <c:v>43441</c:v>
                </c:pt>
                <c:pt idx="1352">
                  <c:v>43442</c:v>
                </c:pt>
                <c:pt idx="1353">
                  <c:v>43443</c:v>
                </c:pt>
                <c:pt idx="1354">
                  <c:v>43444</c:v>
                </c:pt>
                <c:pt idx="1355">
                  <c:v>43445</c:v>
                </c:pt>
                <c:pt idx="1356">
                  <c:v>43446</c:v>
                </c:pt>
                <c:pt idx="1357">
                  <c:v>43447</c:v>
                </c:pt>
                <c:pt idx="1358">
                  <c:v>43448</c:v>
                </c:pt>
                <c:pt idx="1359">
                  <c:v>43449</c:v>
                </c:pt>
                <c:pt idx="1360">
                  <c:v>43450</c:v>
                </c:pt>
                <c:pt idx="1361">
                  <c:v>43451</c:v>
                </c:pt>
                <c:pt idx="1362">
                  <c:v>43452</c:v>
                </c:pt>
                <c:pt idx="1363">
                  <c:v>43453</c:v>
                </c:pt>
                <c:pt idx="1364">
                  <c:v>43454</c:v>
                </c:pt>
                <c:pt idx="1365">
                  <c:v>43455</c:v>
                </c:pt>
                <c:pt idx="1366">
                  <c:v>43456</c:v>
                </c:pt>
                <c:pt idx="1367">
                  <c:v>43457</c:v>
                </c:pt>
                <c:pt idx="1368">
                  <c:v>43458</c:v>
                </c:pt>
                <c:pt idx="1369">
                  <c:v>43459</c:v>
                </c:pt>
                <c:pt idx="1370">
                  <c:v>43460</c:v>
                </c:pt>
                <c:pt idx="1371">
                  <c:v>43461</c:v>
                </c:pt>
                <c:pt idx="1372">
                  <c:v>43462</c:v>
                </c:pt>
                <c:pt idx="1373">
                  <c:v>43463</c:v>
                </c:pt>
                <c:pt idx="1374">
                  <c:v>43464</c:v>
                </c:pt>
                <c:pt idx="1375">
                  <c:v>43465</c:v>
                </c:pt>
                <c:pt idx="1376">
                  <c:v>43466</c:v>
                </c:pt>
                <c:pt idx="1377">
                  <c:v>43467</c:v>
                </c:pt>
                <c:pt idx="1378">
                  <c:v>43468</c:v>
                </c:pt>
                <c:pt idx="1379">
                  <c:v>43469</c:v>
                </c:pt>
                <c:pt idx="1380">
                  <c:v>43470</c:v>
                </c:pt>
                <c:pt idx="1381">
                  <c:v>43471</c:v>
                </c:pt>
                <c:pt idx="1382">
                  <c:v>43472</c:v>
                </c:pt>
                <c:pt idx="1383">
                  <c:v>43473</c:v>
                </c:pt>
                <c:pt idx="1384">
                  <c:v>43474</c:v>
                </c:pt>
                <c:pt idx="1385">
                  <c:v>43475</c:v>
                </c:pt>
                <c:pt idx="1386">
                  <c:v>43476</c:v>
                </c:pt>
                <c:pt idx="1387">
                  <c:v>43477</c:v>
                </c:pt>
                <c:pt idx="1388">
                  <c:v>43478</c:v>
                </c:pt>
                <c:pt idx="1389">
                  <c:v>43479</c:v>
                </c:pt>
                <c:pt idx="1390">
                  <c:v>43480</c:v>
                </c:pt>
                <c:pt idx="1391">
                  <c:v>43481</c:v>
                </c:pt>
                <c:pt idx="1392">
                  <c:v>43482</c:v>
                </c:pt>
                <c:pt idx="1393">
                  <c:v>43483</c:v>
                </c:pt>
                <c:pt idx="1394">
                  <c:v>43484</c:v>
                </c:pt>
                <c:pt idx="1395">
                  <c:v>43485</c:v>
                </c:pt>
                <c:pt idx="1396">
                  <c:v>43486</c:v>
                </c:pt>
                <c:pt idx="1397">
                  <c:v>43487</c:v>
                </c:pt>
                <c:pt idx="1398">
                  <c:v>43488</c:v>
                </c:pt>
                <c:pt idx="1399">
                  <c:v>43489</c:v>
                </c:pt>
                <c:pt idx="1400">
                  <c:v>43490</c:v>
                </c:pt>
                <c:pt idx="1401">
                  <c:v>43491</c:v>
                </c:pt>
                <c:pt idx="1402">
                  <c:v>43492</c:v>
                </c:pt>
                <c:pt idx="1403">
                  <c:v>43493</c:v>
                </c:pt>
                <c:pt idx="1404">
                  <c:v>43494</c:v>
                </c:pt>
                <c:pt idx="1405">
                  <c:v>43495</c:v>
                </c:pt>
                <c:pt idx="1406">
                  <c:v>43496</c:v>
                </c:pt>
                <c:pt idx="1407">
                  <c:v>43497</c:v>
                </c:pt>
                <c:pt idx="1408">
                  <c:v>43498</c:v>
                </c:pt>
                <c:pt idx="1409">
                  <c:v>43499</c:v>
                </c:pt>
                <c:pt idx="1410">
                  <c:v>43500</c:v>
                </c:pt>
                <c:pt idx="1411">
                  <c:v>43501</c:v>
                </c:pt>
                <c:pt idx="1412">
                  <c:v>43502</c:v>
                </c:pt>
                <c:pt idx="1413">
                  <c:v>43503</c:v>
                </c:pt>
                <c:pt idx="1414">
                  <c:v>43504</c:v>
                </c:pt>
                <c:pt idx="1415">
                  <c:v>43505</c:v>
                </c:pt>
                <c:pt idx="1416">
                  <c:v>43506</c:v>
                </c:pt>
                <c:pt idx="1417">
                  <c:v>43507</c:v>
                </c:pt>
                <c:pt idx="1418">
                  <c:v>43508</c:v>
                </c:pt>
                <c:pt idx="1419">
                  <c:v>43509</c:v>
                </c:pt>
                <c:pt idx="1420">
                  <c:v>43510</c:v>
                </c:pt>
                <c:pt idx="1421">
                  <c:v>43511</c:v>
                </c:pt>
                <c:pt idx="1422">
                  <c:v>43512</c:v>
                </c:pt>
                <c:pt idx="1423">
                  <c:v>43513</c:v>
                </c:pt>
                <c:pt idx="1424">
                  <c:v>43514</c:v>
                </c:pt>
                <c:pt idx="1425">
                  <c:v>43515</c:v>
                </c:pt>
                <c:pt idx="1426">
                  <c:v>43516</c:v>
                </c:pt>
                <c:pt idx="1427">
                  <c:v>43517</c:v>
                </c:pt>
                <c:pt idx="1428">
                  <c:v>43518</c:v>
                </c:pt>
                <c:pt idx="1429">
                  <c:v>43519</c:v>
                </c:pt>
                <c:pt idx="1430">
                  <c:v>43520</c:v>
                </c:pt>
                <c:pt idx="1431">
                  <c:v>43521</c:v>
                </c:pt>
                <c:pt idx="1432">
                  <c:v>43522</c:v>
                </c:pt>
                <c:pt idx="1433">
                  <c:v>43523</c:v>
                </c:pt>
                <c:pt idx="1434">
                  <c:v>43524</c:v>
                </c:pt>
                <c:pt idx="1435">
                  <c:v>43525</c:v>
                </c:pt>
                <c:pt idx="1436">
                  <c:v>43526</c:v>
                </c:pt>
                <c:pt idx="1437">
                  <c:v>43527</c:v>
                </c:pt>
                <c:pt idx="1438">
                  <c:v>43528</c:v>
                </c:pt>
                <c:pt idx="1439">
                  <c:v>43529</c:v>
                </c:pt>
                <c:pt idx="1440">
                  <c:v>43530</c:v>
                </c:pt>
                <c:pt idx="1441">
                  <c:v>43531</c:v>
                </c:pt>
                <c:pt idx="1442">
                  <c:v>43532</c:v>
                </c:pt>
                <c:pt idx="1443">
                  <c:v>43533</c:v>
                </c:pt>
                <c:pt idx="1444">
                  <c:v>43534</c:v>
                </c:pt>
                <c:pt idx="1445">
                  <c:v>43535</c:v>
                </c:pt>
                <c:pt idx="1446">
                  <c:v>43536</c:v>
                </c:pt>
                <c:pt idx="1447">
                  <c:v>43537</c:v>
                </c:pt>
                <c:pt idx="1448">
                  <c:v>43538</c:v>
                </c:pt>
                <c:pt idx="1449">
                  <c:v>43539</c:v>
                </c:pt>
                <c:pt idx="1450">
                  <c:v>43540</c:v>
                </c:pt>
                <c:pt idx="1451">
                  <c:v>43541</c:v>
                </c:pt>
                <c:pt idx="1452">
                  <c:v>43542</c:v>
                </c:pt>
                <c:pt idx="1453">
                  <c:v>43543</c:v>
                </c:pt>
                <c:pt idx="1454">
                  <c:v>43544</c:v>
                </c:pt>
                <c:pt idx="1455">
                  <c:v>43545</c:v>
                </c:pt>
                <c:pt idx="1456">
                  <c:v>43546</c:v>
                </c:pt>
                <c:pt idx="1457">
                  <c:v>43547</c:v>
                </c:pt>
                <c:pt idx="1458">
                  <c:v>43548</c:v>
                </c:pt>
                <c:pt idx="1459">
                  <c:v>43549</c:v>
                </c:pt>
                <c:pt idx="1460">
                  <c:v>43550</c:v>
                </c:pt>
                <c:pt idx="1461">
                  <c:v>43551</c:v>
                </c:pt>
                <c:pt idx="1462">
                  <c:v>43552</c:v>
                </c:pt>
                <c:pt idx="1463">
                  <c:v>43553</c:v>
                </c:pt>
                <c:pt idx="1464">
                  <c:v>43554</c:v>
                </c:pt>
                <c:pt idx="1465">
                  <c:v>43555</c:v>
                </c:pt>
                <c:pt idx="1466">
                  <c:v>43556</c:v>
                </c:pt>
                <c:pt idx="1467">
                  <c:v>43557</c:v>
                </c:pt>
                <c:pt idx="1468">
                  <c:v>43558</c:v>
                </c:pt>
                <c:pt idx="1469">
                  <c:v>43559</c:v>
                </c:pt>
                <c:pt idx="1470">
                  <c:v>43560</c:v>
                </c:pt>
                <c:pt idx="1471">
                  <c:v>43561</c:v>
                </c:pt>
                <c:pt idx="1472">
                  <c:v>43562</c:v>
                </c:pt>
                <c:pt idx="1473">
                  <c:v>43563</c:v>
                </c:pt>
                <c:pt idx="1474">
                  <c:v>43564</c:v>
                </c:pt>
                <c:pt idx="1475">
                  <c:v>43565</c:v>
                </c:pt>
                <c:pt idx="1476">
                  <c:v>43566</c:v>
                </c:pt>
                <c:pt idx="1477">
                  <c:v>43567</c:v>
                </c:pt>
                <c:pt idx="1478">
                  <c:v>43568</c:v>
                </c:pt>
                <c:pt idx="1479">
                  <c:v>43569</c:v>
                </c:pt>
                <c:pt idx="1480">
                  <c:v>43570</c:v>
                </c:pt>
                <c:pt idx="1481">
                  <c:v>43571</c:v>
                </c:pt>
                <c:pt idx="1482">
                  <c:v>43572</c:v>
                </c:pt>
                <c:pt idx="1483">
                  <c:v>43573</c:v>
                </c:pt>
                <c:pt idx="1484">
                  <c:v>43574</c:v>
                </c:pt>
                <c:pt idx="1485">
                  <c:v>43575</c:v>
                </c:pt>
                <c:pt idx="1486">
                  <c:v>43576</c:v>
                </c:pt>
                <c:pt idx="1487">
                  <c:v>43577</c:v>
                </c:pt>
                <c:pt idx="1488">
                  <c:v>43578</c:v>
                </c:pt>
                <c:pt idx="1489">
                  <c:v>43579</c:v>
                </c:pt>
                <c:pt idx="1490">
                  <c:v>43580</c:v>
                </c:pt>
                <c:pt idx="1491">
                  <c:v>43581</c:v>
                </c:pt>
                <c:pt idx="1492">
                  <c:v>43582</c:v>
                </c:pt>
                <c:pt idx="1493">
                  <c:v>43583</c:v>
                </c:pt>
                <c:pt idx="1494">
                  <c:v>43584</c:v>
                </c:pt>
                <c:pt idx="1495">
                  <c:v>43585</c:v>
                </c:pt>
                <c:pt idx="1496">
                  <c:v>43586</c:v>
                </c:pt>
                <c:pt idx="1497">
                  <c:v>43587</c:v>
                </c:pt>
                <c:pt idx="1498">
                  <c:v>43588</c:v>
                </c:pt>
                <c:pt idx="1499">
                  <c:v>43589</c:v>
                </c:pt>
                <c:pt idx="1500">
                  <c:v>43590</c:v>
                </c:pt>
                <c:pt idx="1501">
                  <c:v>43591</c:v>
                </c:pt>
                <c:pt idx="1502">
                  <c:v>43592</c:v>
                </c:pt>
                <c:pt idx="1503">
                  <c:v>43593</c:v>
                </c:pt>
                <c:pt idx="1504">
                  <c:v>43594</c:v>
                </c:pt>
                <c:pt idx="1505">
                  <c:v>43595</c:v>
                </c:pt>
                <c:pt idx="1506">
                  <c:v>43596</c:v>
                </c:pt>
                <c:pt idx="1507">
                  <c:v>43597</c:v>
                </c:pt>
                <c:pt idx="1508">
                  <c:v>43598</c:v>
                </c:pt>
                <c:pt idx="1509">
                  <c:v>43599</c:v>
                </c:pt>
                <c:pt idx="1510">
                  <c:v>43600</c:v>
                </c:pt>
                <c:pt idx="1511">
                  <c:v>43601</c:v>
                </c:pt>
                <c:pt idx="1512">
                  <c:v>43602</c:v>
                </c:pt>
                <c:pt idx="1513">
                  <c:v>43603</c:v>
                </c:pt>
                <c:pt idx="1514">
                  <c:v>43604</c:v>
                </c:pt>
                <c:pt idx="1515">
                  <c:v>43605</c:v>
                </c:pt>
                <c:pt idx="1516">
                  <c:v>43606</c:v>
                </c:pt>
                <c:pt idx="1517">
                  <c:v>43607</c:v>
                </c:pt>
                <c:pt idx="1518">
                  <c:v>43608</c:v>
                </c:pt>
                <c:pt idx="1519">
                  <c:v>43609</c:v>
                </c:pt>
                <c:pt idx="1520">
                  <c:v>43610</c:v>
                </c:pt>
                <c:pt idx="1521">
                  <c:v>43611</c:v>
                </c:pt>
                <c:pt idx="1522">
                  <c:v>43612</c:v>
                </c:pt>
                <c:pt idx="1523">
                  <c:v>43613</c:v>
                </c:pt>
                <c:pt idx="1524">
                  <c:v>43614</c:v>
                </c:pt>
                <c:pt idx="1525">
                  <c:v>43615</c:v>
                </c:pt>
                <c:pt idx="1526">
                  <c:v>43616</c:v>
                </c:pt>
                <c:pt idx="1527">
                  <c:v>43617</c:v>
                </c:pt>
                <c:pt idx="1528">
                  <c:v>43618</c:v>
                </c:pt>
                <c:pt idx="1529">
                  <c:v>43619</c:v>
                </c:pt>
                <c:pt idx="1530">
                  <c:v>43620</c:v>
                </c:pt>
                <c:pt idx="1531">
                  <c:v>43621</c:v>
                </c:pt>
                <c:pt idx="1532">
                  <c:v>43622</c:v>
                </c:pt>
                <c:pt idx="1533">
                  <c:v>43623</c:v>
                </c:pt>
                <c:pt idx="1534">
                  <c:v>43624</c:v>
                </c:pt>
                <c:pt idx="1535">
                  <c:v>43625</c:v>
                </c:pt>
                <c:pt idx="1536">
                  <c:v>43626</c:v>
                </c:pt>
                <c:pt idx="1537">
                  <c:v>43627</c:v>
                </c:pt>
                <c:pt idx="1538">
                  <c:v>43628</c:v>
                </c:pt>
                <c:pt idx="1539">
                  <c:v>43629</c:v>
                </c:pt>
                <c:pt idx="1540">
                  <c:v>43630</c:v>
                </c:pt>
                <c:pt idx="1541">
                  <c:v>43631</c:v>
                </c:pt>
                <c:pt idx="1542">
                  <c:v>43632</c:v>
                </c:pt>
                <c:pt idx="1543">
                  <c:v>43633</c:v>
                </c:pt>
                <c:pt idx="1544">
                  <c:v>43634</c:v>
                </c:pt>
                <c:pt idx="1545">
                  <c:v>43635</c:v>
                </c:pt>
                <c:pt idx="1546">
                  <c:v>43636</c:v>
                </c:pt>
                <c:pt idx="1547">
                  <c:v>43637</c:v>
                </c:pt>
                <c:pt idx="1548">
                  <c:v>43638</c:v>
                </c:pt>
                <c:pt idx="1549">
                  <c:v>43639</c:v>
                </c:pt>
                <c:pt idx="1550">
                  <c:v>43640</c:v>
                </c:pt>
                <c:pt idx="1551">
                  <c:v>43641</c:v>
                </c:pt>
                <c:pt idx="1552">
                  <c:v>43642</c:v>
                </c:pt>
                <c:pt idx="1553">
                  <c:v>43643</c:v>
                </c:pt>
                <c:pt idx="1554">
                  <c:v>43644</c:v>
                </c:pt>
                <c:pt idx="1555">
                  <c:v>43645</c:v>
                </c:pt>
                <c:pt idx="1556">
                  <c:v>43646</c:v>
                </c:pt>
                <c:pt idx="1557">
                  <c:v>43647</c:v>
                </c:pt>
                <c:pt idx="1558">
                  <c:v>43648</c:v>
                </c:pt>
                <c:pt idx="1559">
                  <c:v>43649</c:v>
                </c:pt>
                <c:pt idx="1560">
                  <c:v>43650</c:v>
                </c:pt>
                <c:pt idx="1561">
                  <c:v>43651</c:v>
                </c:pt>
                <c:pt idx="1562">
                  <c:v>43652</c:v>
                </c:pt>
                <c:pt idx="1563">
                  <c:v>43653</c:v>
                </c:pt>
                <c:pt idx="1564">
                  <c:v>43654</c:v>
                </c:pt>
                <c:pt idx="1565">
                  <c:v>43655</c:v>
                </c:pt>
                <c:pt idx="1566">
                  <c:v>43656</c:v>
                </c:pt>
                <c:pt idx="1567">
                  <c:v>43657</c:v>
                </c:pt>
                <c:pt idx="1568">
                  <c:v>43658</c:v>
                </c:pt>
                <c:pt idx="1569">
                  <c:v>43659</c:v>
                </c:pt>
                <c:pt idx="1570">
                  <c:v>43660</c:v>
                </c:pt>
                <c:pt idx="1571">
                  <c:v>43661</c:v>
                </c:pt>
                <c:pt idx="1572">
                  <c:v>43662</c:v>
                </c:pt>
                <c:pt idx="1573">
                  <c:v>43663</c:v>
                </c:pt>
                <c:pt idx="1574">
                  <c:v>43664</c:v>
                </c:pt>
                <c:pt idx="1575">
                  <c:v>43665</c:v>
                </c:pt>
                <c:pt idx="1576">
                  <c:v>43666</c:v>
                </c:pt>
                <c:pt idx="1577">
                  <c:v>43667</c:v>
                </c:pt>
                <c:pt idx="1578">
                  <c:v>43668</c:v>
                </c:pt>
                <c:pt idx="1579">
                  <c:v>43669</c:v>
                </c:pt>
                <c:pt idx="1580">
                  <c:v>43670</c:v>
                </c:pt>
                <c:pt idx="1581">
                  <c:v>43671</c:v>
                </c:pt>
                <c:pt idx="1582">
                  <c:v>43672</c:v>
                </c:pt>
                <c:pt idx="1583">
                  <c:v>43673</c:v>
                </c:pt>
                <c:pt idx="1584">
                  <c:v>43674</c:v>
                </c:pt>
                <c:pt idx="1585">
                  <c:v>43675</c:v>
                </c:pt>
                <c:pt idx="1586">
                  <c:v>43676</c:v>
                </c:pt>
                <c:pt idx="1587">
                  <c:v>43677</c:v>
                </c:pt>
                <c:pt idx="1588">
                  <c:v>43678</c:v>
                </c:pt>
                <c:pt idx="1589">
                  <c:v>43679</c:v>
                </c:pt>
                <c:pt idx="1590">
                  <c:v>43680</c:v>
                </c:pt>
                <c:pt idx="1591">
                  <c:v>43681</c:v>
                </c:pt>
                <c:pt idx="1592">
                  <c:v>43682</c:v>
                </c:pt>
                <c:pt idx="1593">
                  <c:v>43683</c:v>
                </c:pt>
                <c:pt idx="1594">
                  <c:v>43684</c:v>
                </c:pt>
                <c:pt idx="1595">
                  <c:v>43685</c:v>
                </c:pt>
                <c:pt idx="1596">
                  <c:v>43686</c:v>
                </c:pt>
                <c:pt idx="1597">
                  <c:v>43687</c:v>
                </c:pt>
                <c:pt idx="1598">
                  <c:v>43688</c:v>
                </c:pt>
                <c:pt idx="1599">
                  <c:v>43689</c:v>
                </c:pt>
                <c:pt idx="1600">
                  <c:v>43690</c:v>
                </c:pt>
                <c:pt idx="1601">
                  <c:v>43691</c:v>
                </c:pt>
                <c:pt idx="1602">
                  <c:v>43692</c:v>
                </c:pt>
                <c:pt idx="1603">
                  <c:v>43693</c:v>
                </c:pt>
                <c:pt idx="1604">
                  <c:v>43694</c:v>
                </c:pt>
                <c:pt idx="1605">
                  <c:v>43695</c:v>
                </c:pt>
                <c:pt idx="1606">
                  <c:v>43696</c:v>
                </c:pt>
                <c:pt idx="1607">
                  <c:v>43697</c:v>
                </c:pt>
                <c:pt idx="1608">
                  <c:v>43698</c:v>
                </c:pt>
                <c:pt idx="1609">
                  <c:v>43699</c:v>
                </c:pt>
                <c:pt idx="1610">
                  <c:v>43700</c:v>
                </c:pt>
                <c:pt idx="1611">
                  <c:v>43701</c:v>
                </c:pt>
                <c:pt idx="1612">
                  <c:v>43702</c:v>
                </c:pt>
                <c:pt idx="1613">
                  <c:v>43703</c:v>
                </c:pt>
                <c:pt idx="1614">
                  <c:v>43704</c:v>
                </c:pt>
                <c:pt idx="1615">
                  <c:v>43705</c:v>
                </c:pt>
                <c:pt idx="1616">
                  <c:v>43706</c:v>
                </c:pt>
                <c:pt idx="1617">
                  <c:v>43707</c:v>
                </c:pt>
                <c:pt idx="1618">
                  <c:v>43708</c:v>
                </c:pt>
                <c:pt idx="1619">
                  <c:v>43709</c:v>
                </c:pt>
                <c:pt idx="1620">
                  <c:v>43710</c:v>
                </c:pt>
                <c:pt idx="1621">
                  <c:v>43711</c:v>
                </c:pt>
                <c:pt idx="1622">
                  <c:v>43712</c:v>
                </c:pt>
                <c:pt idx="1623">
                  <c:v>43713</c:v>
                </c:pt>
                <c:pt idx="1624">
                  <c:v>43714</c:v>
                </c:pt>
                <c:pt idx="1625">
                  <c:v>43715</c:v>
                </c:pt>
                <c:pt idx="1626">
                  <c:v>43716</c:v>
                </c:pt>
                <c:pt idx="1627">
                  <c:v>43717</c:v>
                </c:pt>
                <c:pt idx="1628">
                  <c:v>43718</c:v>
                </c:pt>
                <c:pt idx="1629">
                  <c:v>43719</c:v>
                </c:pt>
                <c:pt idx="1630">
                  <c:v>43720</c:v>
                </c:pt>
                <c:pt idx="1631">
                  <c:v>43721</c:v>
                </c:pt>
                <c:pt idx="1632">
                  <c:v>43722</c:v>
                </c:pt>
                <c:pt idx="1633">
                  <c:v>43723</c:v>
                </c:pt>
                <c:pt idx="1634">
                  <c:v>43724</c:v>
                </c:pt>
                <c:pt idx="1635">
                  <c:v>43725</c:v>
                </c:pt>
                <c:pt idx="1636">
                  <c:v>43726</c:v>
                </c:pt>
                <c:pt idx="1637">
                  <c:v>43727</c:v>
                </c:pt>
                <c:pt idx="1638">
                  <c:v>43728</c:v>
                </c:pt>
                <c:pt idx="1639">
                  <c:v>43729</c:v>
                </c:pt>
                <c:pt idx="1640">
                  <c:v>43730</c:v>
                </c:pt>
                <c:pt idx="1641">
                  <c:v>43731</c:v>
                </c:pt>
                <c:pt idx="1642">
                  <c:v>43732</c:v>
                </c:pt>
                <c:pt idx="1643">
                  <c:v>43733</c:v>
                </c:pt>
                <c:pt idx="1644">
                  <c:v>43734</c:v>
                </c:pt>
                <c:pt idx="1645">
                  <c:v>43735</c:v>
                </c:pt>
                <c:pt idx="1646">
                  <c:v>43736</c:v>
                </c:pt>
                <c:pt idx="1647">
                  <c:v>43737</c:v>
                </c:pt>
                <c:pt idx="1648">
                  <c:v>43738</c:v>
                </c:pt>
                <c:pt idx="1649">
                  <c:v>43739</c:v>
                </c:pt>
                <c:pt idx="1650">
                  <c:v>43740</c:v>
                </c:pt>
                <c:pt idx="1651">
                  <c:v>43741</c:v>
                </c:pt>
                <c:pt idx="1652">
                  <c:v>43742</c:v>
                </c:pt>
                <c:pt idx="1653">
                  <c:v>43743</c:v>
                </c:pt>
                <c:pt idx="1654">
                  <c:v>43744</c:v>
                </c:pt>
                <c:pt idx="1655">
                  <c:v>43745</c:v>
                </c:pt>
                <c:pt idx="1656">
                  <c:v>43746</c:v>
                </c:pt>
                <c:pt idx="1657">
                  <c:v>43747</c:v>
                </c:pt>
                <c:pt idx="1658">
                  <c:v>43748</c:v>
                </c:pt>
                <c:pt idx="1659">
                  <c:v>43749</c:v>
                </c:pt>
                <c:pt idx="1660">
                  <c:v>43750</c:v>
                </c:pt>
                <c:pt idx="1661">
                  <c:v>43751</c:v>
                </c:pt>
                <c:pt idx="1662">
                  <c:v>43752</c:v>
                </c:pt>
                <c:pt idx="1663">
                  <c:v>43753</c:v>
                </c:pt>
                <c:pt idx="1664">
                  <c:v>43754</c:v>
                </c:pt>
                <c:pt idx="1665">
                  <c:v>43755</c:v>
                </c:pt>
                <c:pt idx="1666">
                  <c:v>43756</c:v>
                </c:pt>
                <c:pt idx="1667">
                  <c:v>43757</c:v>
                </c:pt>
                <c:pt idx="1668">
                  <c:v>43758</c:v>
                </c:pt>
                <c:pt idx="1669">
                  <c:v>43759</c:v>
                </c:pt>
                <c:pt idx="1670">
                  <c:v>43760</c:v>
                </c:pt>
                <c:pt idx="1671">
                  <c:v>43761</c:v>
                </c:pt>
                <c:pt idx="1672">
                  <c:v>43762</c:v>
                </c:pt>
                <c:pt idx="1673">
                  <c:v>43763</c:v>
                </c:pt>
                <c:pt idx="1674">
                  <c:v>43764</c:v>
                </c:pt>
                <c:pt idx="1675">
                  <c:v>43765</c:v>
                </c:pt>
                <c:pt idx="1676">
                  <c:v>43766</c:v>
                </c:pt>
                <c:pt idx="1677">
                  <c:v>43767</c:v>
                </c:pt>
                <c:pt idx="1678">
                  <c:v>43768</c:v>
                </c:pt>
                <c:pt idx="1679">
                  <c:v>43769</c:v>
                </c:pt>
                <c:pt idx="1680">
                  <c:v>43770</c:v>
                </c:pt>
                <c:pt idx="1681">
                  <c:v>43771</c:v>
                </c:pt>
                <c:pt idx="1682">
                  <c:v>43772</c:v>
                </c:pt>
                <c:pt idx="1683">
                  <c:v>43773</c:v>
                </c:pt>
                <c:pt idx="1684">
                  <c:v>43774</c:v>
                </c:pt>
                <c:pt idx="1685">
                  <c:v>43775</c:v>
                </c:pt>
                <c:pt idx="1686">
                  <c:v>43776</c:v>
                </c:pt>
                <c:pt idx="1687">
                  <c:v>43777</c:v>
                </c:pt>
                <c:pt idx="1688">
                  <c:v>43778</c:v>
                </c:pt>
                <c:pt idx="1689">
                  <c:v>43779</c:v>
                </c:pt>
                <c:pt idx="1690">
                  <c:v>43780</c:v>
                </c:pt>
                <c:pt idx="1691">
                  <c:v>43781</c:v>
                </c:pt>
                <c:pt idx="1692">
                  <c:v>43782</c:v>
                </c:pt>
                <c:pt idx="1693">
                  <c:v>43783</c:v>
                </c:pt>
                <c:pt idx="1694">
                  <c:v>43784</c:v>
                </c:pt>
                <c:pt idx="1695">
                  <c:v>43785</c:v>
                </c:pt>
                <c:pt idx="1696">
                  <c:v>43786</c:v>
                </c:pt>
                <c:pt idx="1697">
                  <c:v>43787</c:v>
                </c:pt>
                <c:pt idx="1698">
                  <c:v>43788</c:v>
                </c:pt>
                <c:pt idx="1699">
                  <c:v>43789</c:v>
                </c:pt>
                <c:pt idx="1700">
                  <c:v>43790</c:v>
                </c:pt>
                <c:pt idx="1701">
                  <c:v>43791</c:v>
                </c:pt>
                <c:pt idx="1702">
                  <c:v>43792</c:v>
                </c:pt>
                <c:pt idx="1703">
                  <c:v>43793</c:v>
                </c:pt>
                <c:pt idx="1704">
                  <c:v>43794</c:v>
                </c:pt>
                <c:pt idx="1705">
                  <c:v>43795</c:v>
                </c:pt>
                <c:pt idx="1706">
                  <c:v>43796</c:v>
                </c:pt>
                <c:pt idx="1707">
                  <c:v>43797</c:v>
                </c:pt>
                <c:pt idx="1708">
                  <c:v>43798</c:v>
                </c:pt>
                <c:pt idx="1709">
                  <c:v>43799</c:v>
                </c:pt>
                <c:pt idx="1710">
                  <c:v>43800</c:v>
                </c:pt>
                <c:pt idx="1711">
                  <c:v>43801</c:v>
                </c:pt>
                <c:pt idx="1712">
                  <c:v>43802</c:v>
                </c:pt>
                <c:pt idx="1713">
                  <c:v>43803</c:v>
                </c:pt>
                <c:pt idx="1714">
                  <c:v>43804</c:v>
                </c:pt>
                <c:pt idx="1715">
                  <c:v>43805</c:v>
                </c:pt>
                <c:pt idx="1716">
                  <c:v>43806</c:v>
                </c:pt>
                <c:pt idx="1717">
                  <c:v>43807</c:v>
                </c:pt>
                <c:pt idx="1718">
                  <c:v>43808</c:v>
                </c:pt>
                <c:pt idx="1719">
                  <c:v>43809</c:v>
                </c:pt>
                <c:pt idx="1720">
                  <c:v>43810</c:v>
                </c:pt>
                <c:pt idx="1721">
                  <c:v>43811</c:v>
                </c:pt>
                <c:pt idx="1722">
                  <c:v>43812</c:v>
                </c:pt>
                <c:pt idx="1723">
                  <c:v>43813</c:v>
                </c:pt>
                <c:pt idx="1724">
                  <c:v>43814</c:v>
                </c:pt>
                <c:pt idx="1725">
                  <c:v>43815</c:v>
                </c:pt>
                <c:pt idx="1726">
                  <c:v>43816</c:v>
                </c:pt>
                <c:pt idx="1727">
                  <c:v>43817</c:v>
                </c:pt>
                <c:pt idx="1728">
                  <c:v>43818</c:v>
                </c:pt>
                <c:pt idx="1729">
                  <c:v>43819</c:v>
                </c:pt>
                <c:pt idx="1730">
                  <c:v>43820</c:v>
                </c:pt>
                <c:pt idx="1731">
                  <c:v>43821</c:v>
                </c:pt>
                <c:pt idx="1732">
                  <c:v>43822</c:v>
                </c:pt>
                <c:pt idx="1733">
                  <c:v>43823</c:v>
                </c:pt>
                <c:pt idx="1734">
                  <c:v>43824</c:v>
                </c:pt>
                <c:pt idx="1735">
                  <c:v>43825</c:v>
                </c:pt>
                <c:pt idx="1736">
                  <c:v>43826</c:v>
                </c:pt>
                <c:pt idx="1737">
                  <c:v>43827</c:v>
                </c:pt>
                <c:pt idx="1738">
                  <c:v>43828</c:v>
                </c:pt>
                <c:pt idx="1739">
                  <c:v>43829</c:v>
                </c:pt>
                <c:pt idx="1740">
                  <c:v>43830</c:v>
                </c:pt>
                <c:pt idx="1741">
                  <c:v>43831</c:v>
                </c:pt>
              </c:numCache>
            </c:numRef>
          </c:xVal>
          <c:yVal>
            <c:numRef>
              <c:f>'it 10000'!$C$2:$C$1743</c:f>
              <c:numCache>
                <c:formatCode>General</c:formatCode>
                <c:ptCount val="1742"/>
                <c:pt idx="0">
                  <c:v>0</c:v>
                </c:pt>
                <c:pt idx="1">
                  <c:v>2967.4111650800037</c:v>
                </c:pt>
                <c:pt idx="2">
                  <c:v>2317.4320341100001</c:v>
                </c:pt>
                <c:pt idx="3">
                  <c:v>2101.5575131000037</c:v>
                </c:pt>
                <c:pt idx="4">
                  <c:v>2046.1226191600001</c:v>
                </c:pt>
                <c:pt idx="5">
                  <c:v>2057.84681533</c:v>
                </c:pt>
                <c:pt idx="6">
                  <c:v>2236.1298278099998</c:v>
                </c:pt>
                <c:pt idx="7">
                  <c:v>2446.1548294999952</c:v>
                </c:pt>
                <c:pt idx="8">
                  <c:v>2748.0885814399953</c:v>
                </c:pt>
                <c:pt idx="9">
                  <c:v>3112.59875539</c:v>
                </c:pt>
                <c:pt idx="10">
                  <c:v>2858.0706795699998</c:v>
                </c:pt>
                <c:pt idx="11">
                  <c:v>2604.6365681199964</c:v>
                </c:pt>
                <c:pt idx="12">
                  <c:v>2605.1210454599964</c:v>
                </c:pt>
                <c:pt idx="13">
                  <c:v>2616.1510143100022</c:v>
                </c:pt>
                <c:pt idx="14">
                  <c:v>2591.7455976400001</c:v>
                </c:pt>
                <c:pt idx="15">
                  <c:v>3456.8559780400042</c:v>
                </c:pt>
                <c:pt idx="16">
                  <c:v>5609.5489387600001</c:v>
                </c:pt>
                <c:pt idx="17">
                  <c:v>5896.5208129799994</c:v>
                </c:pt>
                <c:pt idx="18">
                  <c:v>5737.9638610800002</c:v>
                </c:pt>
                <c:pt idx="19">
                  <c:v>4708.6100234700134</c:v>
                </c:pt>
                <c:pt idx="20">
                  <c:v>4489.2469802700007</c:v>
                </c:pt>
                <c:pt idx="21">
                  <c:v>4008.2815237199998</c:v>
                </c:pt>
                <c:pt idx="22">
                  <c:v>3921.7755171900012</c:v>
                </c:pt>
                <c:pt idx="23">
                  <c:v>4316.7073412699992</c:v>
                </c:pt>
                <c:pt idx="24">
                  <c:v>3586.1886754299921</c:v>
                </c:pt>
                <c:pt idx="25">
                  <c:v>3360.6889191699952</c:v>
                </c:pt>
                <c:pt idx="26">
                  <c:v>3536.0196456499998</c:v>
                </c:pt>
                <c:pt idx="27">
                  <c:v>3546.5406539199998</c:v>
                </c:pt>
                <c:pt idx="28">
                  <c:v>3305.2537831700001</c:v>
                </c:pt>
                <c:pt idx="29">
                  <c:v>3311.7621709199998</c:v>
                </c:pt>
                <c:pt idx="30">
                  <c:v>3068.3980992199999</c:v>
                </c:pt>
                <c:pt idx="31">
                  <c:v>3214.0884947099953</c:v>
                </c:pt>
                <c:pt idx="32">
                  <c:v>2822.0804793199964</c:v>
                </c:pt>
                <c:pt idx="33">
                  <c:v>2584.1102899899997</c:v>
                </c:pt>
                <c:pt idx="34">
                  <c:v>2388.67209374</c:v>
                </c:pt>
                <c:pt idx="35">
                  <c:v>2305.2201445699998</c:v>
                </c:pt>
                <c:pt idx="36">
                  <c:v>2361.7988857199921</c:v>
                </c:pt>
                <c:pt idx="37">
                  <c:v>2180.7160627499998</c:v>
                </c:pt>
                <c:pt idx="38">
                  <c:v>2189.2836521300001</c:v>
                </c:pt>
                <c:pt idx="39">
                  <c:v>2199.4388817399958</c:v>
                </c:pt>
                <c:pt idx="40">
                  <c:v>2125.8948919899999</c:v>
                </c:pt>
                <c:pt idx="41">
                  <c:v>2271.2749678099999</c:v>
                </c:pt>
                <c:pt idx="42">
                  <c:v>2344.80870435</c:v>
                </c:pt>
                <c:pt idx="43">
                  <c:v>2163.0254294899987</c:v>
                </c:pt>
                <c:pt idx="44">
                  <c:v>2000.3564026199979</c:v>
                </c:pt>
                <c:pt idx="45">
                  <c:v>2049.1344187499999</c:v>
                </c:pt>
                <c:pt idx="46">
                  <c:v>2474.4582658300001</c:v>
                </c:pt>
                <c:pt idx="47">
                  <c:v>3103.15576973</c:v>
                </c:pt>
                <c:pt idx="48">
                  <c:v>3816.0937520400057</c:v>
                </c:pt>
                <c:pt idx="49">
                  <c:v>3184.14834797</c:v>
                </c:pt>
                <c:pt idx="50">
                  <c:v>2949.2597596300002</c:v>
                </c:pt>
                <c:pt idx="51">
                  <c:v>3008.92565199</c:v>
                </c:pt>
                <c:pt idx="52">
                  <c:v>3145.24319173</c:v>
                </c:pt>
                <c:pt idx="53">
                  <c:v>3176.2996766299998</c:v>
                </c:pt>
                <c:pt idx="54">
                  <c:v>3012.0470555000002</c:v>
                </c:pt>
                <c:pt idx="55">
                  <c:v>2767.5468653999933</c:v>
                </c:pt>
                <c:pt idx="56">
                  <c:v>2430.77981469</c:v>
                </c:pt>
                <c:pt idx="57">
                  <c:v>2270.8845848800001</c:v>
                </c:pt>
                <c:pt idx="58">
                  <c:v>2128.3413815600002</c:v>
                </c:pt>
                <c:pt idx="59">
                  <c:v>2139.1490302800012</c:v>
                </c:pt>
                <c:pt idx="60">
                  <c:v>2085.0328760699999</c:v>
                </c:pt>
                <c:pt idx="61">
                  <c:v>2128.0045297499987</c:v>
                </c:pt>
                <c:pt idx="62">
                  <c:v>1974.2574592599999</c:v>
                </c:pt>
                <c:pt idx="63">
                  <c:v>2360.8968103400002</c:v>
                </c:pt>
                <c:pt idx="64">
                  <c:v>2321.3510789100042</c:v>
                </c:pt>
                <c:pt idx="65">
                  <c:v>2495.5409148400022</c:v>
                </c:pt>
                <c:pt idx="66">
                  <c:v>2387.0373198600037</c:v>
                </c:pt>
                <c:pt idx="67">
                  <c:v>2529.3735828900067</c:v>
                </c:pt>
                <c:pt idx="68">
                  <c:v>2737.9492071499999</c:v>
                </c:pt>
                <c:pt idx="69">
                  <c:v>2703.36942039</c:v>
                </c:pt>
                <c:pt idx="70">
                  <c:v>2305.95749419</c:v>
                </c:pt>
                <c:pt idx="71">
                  <c:v>2066.3210710700037</c:v>
                </c:pt>
                <c:pt idx="72">
                  <c:v>1988.7801950800001</c:v>
                </c:pt>
                <c:pt idx="73">
                  <c:v>1956.0644617200001</c:v>
                </c:pt>
                <c:pt idx="74">
                  <c:v>1901.1301252099981</c:v>
                </c:pt>
                <c:pt idx="75">
                  <c:v>1845.0246399299999</c:v>
                </c:pt>
                <c:pt idx="76">
                  <c:v>1922.32630307</c:v>
                </c:pt>
                <c:pt idx="77">
                  <c:v>1941.82594569</c:v>
                </c:pt>
                <c:pt idx="78">
                  <c:v>1940.5558266</c:v>
                </c:pt>
                <c:pt idx="79">
                  <c:v>2194.1540154099998</c:v>
                </c:pt>
                <c:pt idx="80">
                  <c:v>3093.4203686199999</c:v>
                </c:pt>
                <c:pt idx="81">
                  <c:v>2832.3657846900001</c:v>
                </c:pt>
                <c:pt idx="82">
                  <c:v>3533.0205199299999</c:v>
                </c:pt>
                <c:pt idx="83">
                  <c:v>4235.81933544</c:v>
                </c:pt>
                <c:pt idx="84">
                  <c:v>3945.4202248900001</c:v>
                </c:pt>
                <c:pt idx="85">
                  <c:v>3202.2044486699942</c:v>
                </c:pt>
                <c:pt idx="86">
                  <c:v>2812.9969959099999</c:v>
                </c:pt>
                <c:pt idx="87">
                  <c:v>2486.6069589199997</c:v>
                </c:pt>
                <c:pt idx="88">
                  <c:v>2235.6478575699998</c:v>
                </c:pt>
                <c:pt idx="89">
                  <c:v>2091.5794410499998</c:v>
                </c:pt>
                <c:pt idx="90">
                  <c:v>2247.7777386900002</c:v>
                </c:pt>
                <c:pt idx="91">
                  <c:v>2153.8918384700037</c:v>
                </c:pt>
                <c:pt idx="92">
                  <c:v>2175.8092685699999</c:v>
                </c:pt>
                <c:pt idx="93">
                  <c:v>1992.0624685899998</c:v>
                </c:pt>
                <c:pt idx="94">
                  <c:v>1871.1189148799979</c:v>
                </c:pt>
                <c:pt idx="95">
                  <c:v>1789.05633678</c:v>
                </c:pt>
                <c:pt idx="96">
                  <c:v>1708.5638318299998</c:v>
                </c:pt>
                <c:pt idx="97">
                  <c:v>1685.3622774</c:v>
                </c:pt>
                <c:pt idx="98">
                  <c:v>1714.0871848099998</c:v>
                </c:pt>
                <c:pt idx="99">
                  <c:v>1615.6743088999958</c:v>
                </c:pt>
                <c:pt idx="100">
                  <c:v>1582.4511278800001</c:v>
                </c:pt>
                <c:pt idx="101">
                  <c:v>1528.1323991999998</c:v>
                </c:pt>
                <c:pt idx="102">
                  <c:v>1489.56672291</c:v>
                </c:pt>
                <c:pt idx="103">
                  <c:v>1465.2941657700001</c:v>
                </c:pt>
                <c:pt idx="104">
                  <c:v>2156.88200775</c:v>
                </c:pt>
                <c:pt idx="105">
                  <c:v>2001.7666950800021</c:v>
                </c:pt>
                <c:pt idx="106">
                  <c:v>1770.76090219</c:v>
                </c:pt>
                <c:pt idx="107">
                  <c:v>1631.1802121399978</c:v>
                </c:pt>
                <c:pt idx="108">
                  <c:v>1541.0136178800001</c:v>
                </c:pt>
                <c:pt idx="109">
                  <c:v>1498.9628169699999</c:v>
                </c:pt>
                <c:pt idx="110">
                  <c:v>1471.4964440699998</c:v>
                </c:pt>
                <c:pt idx="111">
                  <c:v>1656.31099617</c:v>
                </c:pt>
                <c:pt idx="112">
                  <c:v>1697.2385773300011</c:v>
                </c:pt>
                <c:pt idx="113">
                  <c:v>1542.8411452799978</c:v>
                </c:pt>
                <c:pt idx="114">
                  <c:v>1493.1822172399968</c:v>
                </c:pt>
                <c:pt idx="115">
                  <c:v>1785.5429941999998</c:v>
                </c:pt>
                <c:pt idx="116">
                  <c:v>2194.4544795500001</c:v>
                </c:pt>
                <c:pt idx="117">
                  <c:v>1668.1274712699999</c:v>
                </c:pt>
                <c:pt idx="118">
                  <c:v>1469.3514647099998</c:v>
                </c:pt>
                <c:pt idx="119">
                  <c:v>1390.6001388399968</c:v>
                </c:pt>
                <c:pt idx="120">
                  <c:v>1358.2047535900001</c:v>
                </c:pt>
                <c:pt idx="121">
                  <c:v>1308.0718261899999</c:v>
                </c:pt>
                <c:pt idx="122">
                  <c:v>1268.81588207</c:v>
                </c:pt>
                <c:pt idx="123">
                  <c:v>1237.4591664600011</c:v>
                </c:pt>
                <c:pt idx="124">
                  <c:v>1234.9748108899998</c:v>
                </c:pt>
                <c:pt idx="125">
                  <c:v>1211.3810061699999</c:v>
                </c:pt>
                <c:pt idx="126">
                  <c:v>1177.7342100499998</c:v>
                </c:pt>
                <c:pt idx="127">
                  <c:v>1153.0342339299998</c:v>
                </c:pt>
                <c:pt idx="128">
                  <c:v>1137.22962153</c:v>
                </c:pt>
                <c:pt idx="129">
                  <c:v>1097.1130990199979</c:v>
                </c:pt>
                <c:pt idx="130">
                  <c:v>1075.9963878999999</c:v>
                </c:pt>
                <c:pt idx="131">
                  <c:v>1100.3787045699999</c:v>
                </c:pt>
                <c:pt idx="132">
                  <c:v>1128.3893104799981</c:v>
                </c:pt>
                <c:pt idx="133">
                  <c:v>1093.4372957300011</c:v>
                </c:pt>
                <c:pt idx="134">
                  <c:v>1095.0241405899976</c:v>
                </c:pt>
                <c:pt idx="135">
                  <c:v>1072.3862881800001</c:v>
                </c:pt>
                <c:pt idx="136">
                  <c:v>1061.1847292799976</c:v>
                </c:pt>
                <c:pt idx="137">
                  <c:v>1041.2419679800018</c:v>
                </c:pt>
                <c:pt idx="138">
                  <c:v>1038.46817091</c:v>
                </c:pt>
                <c:pt idx="139">
                  <c:v>1068.6630399999976</c:v>
                </c:pt>
                <c:pt idx="140">
                  <c:v>1061.64008958</c:v>
                </c:pt>
                <c:pt idx="141">
                  <c:v>1049.4171514600037</c:v>
                </c:pt>
                <c:pt idx="142">
                  <c:v>1046.3563335499998</c:v>
                </c:pt>
                <c:pt idx="143">
                  <c:v>1057.3928035899999</c:v>
                </c:pt>
                <c:pt idx="144">
                  <c:v>1045.60592967</c:v>
                </c:pt>
                <c:pt idx="145">
                  <c:v>1029.4511518500001</c:v>
                </c:pt>
                <c:pt idx="146">
                  <c:v>1137.7935656100001</c:v>
                </c:pt>
                <c:pt idx="147">
                  <c:v>1323.61929558</c:v>
                </c:pt>
                <c:pt idx="148">
                  <c:v>1286.2717288299998</c:v>
                </c:pt>
                <c:pt idx="149">
                  <c:v>1225.6388182999976</c:v>
                </c:pt>
                <c:pt idx="150">
                  <c:v>1166.7381304200001</c:v>
                </c:pt>
                <c:pt idx="151">
                  <c:v>1136.3390961499999</c:v>
                </c:pt>
                <c:pt idx="152">
                  <c:v>1240.6944792099973</c:v>
                </c:pt>
                <c:pt idx="153">
                  <c:v>1183.6179298</c:v>
                </c:pt>
                <c:pt idx="154">
                  <c:v>1161.8670755200001</c:v>
                </c:pt>
                <c:pt idx="155">
                  <c:v>1137.4304669600001</c:v>
                </c:pt>
                <c:pt idx="156">
                  <c:v>1121.7072578200011</c:v>
                </c:pt>
                <c:pt idx="157">
                  <c:v>1130.3238309399978</c:v>
                </c:pt>
                <c:pt idx="158">
                  <c:v>1139.2397356800011</c:v>
                </c:pt>
                <c:pt idx="159">
                  <c:v>1136.4221592900001</c:v>
                </c:pt>
                <c:pt idx="160">
                  <c:v>1132.2360813600021</c:v>
                </c:pt>
                <c:pt idx="161">
                  <c:v>1094.1378340699998</c:v>
                </c:pt>
                <c:pt idx="162">
                  <c:v>1087.0442004399979</c:v>
                </c:pt>
                <c:pt idx="163">
                  <c:v>1075.38818036</c:v>
                </c:pt>
                <c:pt idx="164">
                  <c:v>1079.1462860099998</c:v>
                </c:pt>
                <c:pt idx="165">
                  <c:v>1093.1370650199999</c:v>
                </c:pt>
                <c:pt idx="166">
                  <c:v>1095.9628024799999</c:v>
                </c:pt>
                <c:pt idx="167">
                  <c:v>1101.1248204299998</c:v>
                </c:pt>
                <c:pt idx="168">
                  <c:v>1444.19626662</c:v>
                </c:pt>
                <c:pt idx="169">
                  <c:v>1798.07632979</c:v>
                </c:pt>
                <c:pt idx="170">
                  <c:v>1768.5051604500011</c:v>
                </c:pt>
                <c:pt idx="171">
                  <c:v>1659.0937150899999</c:v>
                </c:pt>
                <c:pt idx="172">
                  <c:v>1494.1771767099999</c:v>
                </c:pt>
                <c:pt idx="173">
                  <c:v>1394.5960914000011</c:v>
                </c:pt>
                <c:pt idx="174">
                  <c:v>1362.0504870499999</c:v>
                </c:pt>
                <c:pt idx="175">
                  <c:v>1340.9499597500019</c:v>
                </c:pt>
                <c:pt idx="176">
                  <c:v>1299.3208719900001</c:v>
                </c:pt>
                <c:pt idx="177">
                  <c:v>1287.5703079299999</c:v>
                </c:pt>
                <c:pt idx="178">
                  <c:v>1722.5438561999999</c:v>
                </c:pt>
                <c:pt idx="179">
                  <c:v>1642.75296159</c:v>
                </c:pt>
                <c:pt idx="180">
                  <c:v>1537.5638348599975</c:v>
                </c:pt>
                <c:pt idx="181">
                  <c:v>1480.0664022399976</c:v>
                </c:pt>
                <c:pt idx="182">
                  <c:v>1420.6851792299999</c:v>
                </c:pt>
                <c:pt idx="183">
                  <c:v>1375.97542417</c:v>
                </c:pt>
                <c:pt idx="184">
                  <c:v>1308.68978552</c:v>
                </c:pt>
                <c:pt idx="185">
                  <c:v>1294.4726404400001</c:v>
                </c:pt>
                <c:pt idx="186">
                  <c:v>1269.8181726800001</c:v>
                </c:pt>
                <c:pt idx="187">
                  <c:v>1234.3432267099981</c:v>
                </c:pt>
                <c:pt idx="188">
                  <c:v>1229.0659163</c:v>
                </c:pt>
                <c:pt idx="189">
                  <c:v>1269.5491338699999</c:v>
                </c:pt>
                <c:pt idx="190">
                  <c:v>1264.0888908899999</c:v>
                </c:pt>
                <c:pt idx="191">
                  <c:v>1236.1949606899998</c:v>
                </c:pt>
                <c:pt idx="192">
                  <c:v>1225.7615110600011</c:v>
                </c:pt>
                <c:pt idx="193">
                  <c:v>1222.0021605099998</c:v>
                </c:pt>
                <c:pt idx="194">
                  <c:v>1221.4137332</c:v>
                </c:pt>
                <c:pt idx="195">
                  <c:v>1238.5510214000001</c:v>
                </c:pt>
                <c:pt idx="196">
                  <c:v>1249.6368036900001</c:v>
                </c:pt>
                <c:pt idx="197">
                  <c:v>1241.03848924</c:v>
                </c:pt>
                <c:pt idx="198">
                  <c:v>1365.36256923</c:v>
                </c:pt>
                <c:pt idx="199">
                  <c:v>1346.9855584800036</c:v>
                </c:pt>
                <c:pt idx="200">
                  <c:v>1307.08067061</c:v>
                </c:pt>
                <c:pt idx="201">
                  <c:v>1290.8200063099998</c:v>
                </c:pt>
                <c:pt idx="202">
                  <c:v>1258.5825170999999</c:v>
                </c:pt>
                <c:pt idx="203">
                  <c:v>1246.24221167</c:v>
                </c:pt>
                <c:pt idx="204">
                  <c:v>1223.7112139999999</c:v>
                </c:pt>
                <c:pt idx="205">
                  <c:v>1222.1714682199965</c:v>
                </c:pt>
                <c:pt idx="206">
                  <c:v>1200.3941250299979</c:v>
                </c:pt>
                <c:pt idx="207">
                  <c:v>1163.8953100199976</c:v>
                </c:pt>
                <c:pt idx="208">
                  <c:v>1171.2225025299999</c:v>
                </c:pt>
                <c:pt idx="209">
                  <c:v>1161.0599590900001</c:v>
                </c:pt>
                <c:pt idx="210">
                  <c:v>1230.81999402</c:v>
                </c:pt>
                <c:pt idx="211">
                  <c:v>1227.1924655699981</c:v>
                </c:pt>
                <c:pt idx="212">
                  <c:v>1209.1851929899999</c:v>
                </c:pt>
                <c:pt idx="213">
                  <c:v>1303.0062887500001</c:v>
                </c:pt>
                <c:pt idx="214">
                  <c:v>1463.7314583299999</c:v>
                </c:pt>
                <c:pt idx="215">
                  <c:v>1369.31861551</c:v>
                </c:pt>
                <c:pt idx="216">
                  <c:v>1328.6051588099999</c:v>
                </c:pt>
                <c:pt idx="217">
                  <c:v>1347.54009658</c:v>
                </c:pt>
                <c:pt idx="218">
                  <c:v>1704.95203765</c:v>
                </c:pt>
                <c:pt idx="219">
                  <c:v>1703.47031849</c:v>
                </c:pt>
                <c:pt idx="220">
                  <c:v>1557.9163789300001</c:v>
                </c:pt>
                <c:pt idx="221">
                  <c:v>1754.45400333</c:v>
                </c:pt>
                <c:pt idx="222">
                  <c:v>1642.1484887899999</c:v>
                </c:pt>
                <c:pt idx="223">
                  <c:v>1638.0150428699999</c:v>
                </c:pt>
                <c:pt idx="224">
                  <c:v>1628.9224992899999</c:v>
                </c:pt>
                <c:pt idx="225">
                  <c:v>1561.0173106</c:v>
                </c:pt>
                <c:pt idx="226">
                  <c:v>1551.2642041099998</c:v>
                </c:pt>
                <c:pt idx="227">
                  <c:v>1818.7489885499999</c:v>
                </c:pt>
                <c:pt idx="228">
                  <c:v>1623.2647306399979</c:v>
                </c:pt>
                <c:pt idx="229">
                  <c:v>1554.12784216</c:v>
                </c:pt>
                <c:pt idx="230">
                  <c:v>1523.6727523699999</c:v>
                </c:pt>
                <c:pt idx="231">
                  <c:v>1499.6945472099976</c:v>
                </c:pt>
                <c:pt idx="232">
                  <c:v>1595.1605490299999</c:v>
                </c:pt>
                <c:pt idx="233">
                  <c:v>1743.3887620400001</c:v>
                </c:pt>
                <c:pt idx="234">
                  <c:v>1699.3804789999979</c:v>
                </c:pt>
                <c:pt idx="235">
                  <c:v>1631.6146856099999</c:v>
                </c:pt>
                <c:pt idx="236">
                  <c:v>1588.7359851900019</c:v>
                </c:pt>
                <c:pt idx="237">
                  <c:v>1714.8203674399999</c:v>
                </c:pt>
                <c:pt idx="238">
                  <c:v>1762.8229085799978</c:v>
                </c:pt>
                <c:pt idx="239">
                  <c:v>2064.12358073</c:v>
                </c:pt>
                <c:pt idx="240">
                  <c:v>1810.6477388699998</c:v>
                </c:pt>
                <c:pt idx="241">
                  <c:v>1685.7070482099998</c:v>
                </c:pt>
                <c:pt idx="242">
                  <c:v>1655.99797055</c:v>
                </c:pt>
                <c:pt idx="243">
                  <c:v>1612.4214290899999</c:v>
                </c:pt>
                <c:pt idx="244">
                  <c:v>1596.2669970800011</c:v>
                </c:pt>
                <c:pt idx="245">
                  <c:v>1585.1787249699998</c:v>
                </c:pt>
                <c:pt idx="246">
                  <c:v>1577.7755929600019</c:v>
                </c:pt>
                <c:pt idx="247">
                  <c:v>2223.3880822299998</c:v>
                </c:pt>
                <c:pt idx="248">
                  <c:v>2809.0101035300063</c:v>
                </c:pt>
                <c:pt idx="249">
                  <c:v>2462.2047928500001</c:v>
                </c:pt>
                <c:pt idx="250">
                  <c:v>2501.3134572400072</c:v>
                </c:pt>
                <c:pt idx="251">
                  <c:v>2432.3036187000002</c:v>
                </c:pt>
                <c:pt idx="252">
                  <c:v>3066.39469375</c:v>
                </c:pt>
                <c:pt idx="253">
                  <c:v>2877.9029897199953</c:v>
                </c:pt>
                <c:pt idx="254">
                  <c:v>2604.5871521200002</c:v>
                </c:pt>
                <c:pt idx="255">
                  <c:v>2403.5720371900002</c:v>
                </c:pt>
                <c:pt idx="256">
                  <c:v>2336.7323528600036</c:v>
                </c:pt>
                <c:pt idx="257">
                  <c:v>2311.9256776000002</c:v>
                </c:pt>
                <c:pt idx="258">
                  <c:v>2101.6030906199999</c:v>
                </c:pt>
                <c:pt idx="259">
                  <c:v>2029.7855139400021</c:v>
                </c:pt>
                <c:pt idx="260">
                  <c:v>2087.7132789800012</c:v>
                </c:pt>
                <c:pt idx="261">
                  <c:v>2177.58148394</c:v>
                </c:pt>
                <c:pt idx="262">
                  <c:v>2024.4867115400011</c:v>
                </c:pt>
                <c:pt idx="263">
                  <c:v>2034.12786261</c:v>
                </c:pt>
                <c:pt idx="264">
                  <c:v>2882.7086176899998</c:v>
                </c:pt>
                <c:pt idx="265">
                  <c:v>3742.4829348500002</c:v>
                </c:pt>
                <c:pt idx="266">
                  <c:v>3794.41696989</c:v>
                </c:pt>
                <c:pt idx="267">
                  <c:v>3683.2970243300001</c:v>
                </c:pt>
                <c:pt idx="268">
                  <c:v>3202.8708903199999</c:v>
                </c:pt>
                <c:pt idx="269">
                  <c:v>2901.2830849399998</c:v>
                </c:pt>
                <c:pt idx="270">
                  <c:v>2544.5360293799999</c:v>
                </c:pt>
                <c:pt idx="271">
                  <c:v>2618.7002434999958</c:v>
                </c:pt>
                <c:pt idx="272">
                  <c:v>3665.8559781700042</c:v>
                </c:pt>
                <c:pt idx="273">
                  <c:v>3075.4932544000012</c:v>
                </c:pt>
                <c:pt idx="274">
                  <c:v>3163.0198102100012</c:v>
                </c:pt>
                <c:pt idx="275">
                  <c:v>3321.14547008</c:v>
                </c:pt>
                <c:pt idx="276">
                  <c:v>3216.6243757099987</c:v>
                </c:pt>
                <c:pt idx="277">
                  <c:v>3244.0385315600001</c:v>
                </c:pt>
                <c:pt idx="278">
                  <c:v>3321.45821905</c:v>
                </c:pt>
                <c:pt idx="279">
                  <c:v>4112.2469734100014</c:v>
                </c:pt>
                <c:pt idx="280">
                  <c:v>3778.4214021800012</c:v>
                </c:pt>
                <c:pt idx="281">
                  <c:v>3283.2754562300042</c:v>
                </c:pt>
                <c:pt idx="282">
                  <c:v>2929.5114808800022</c:v>
                </c:pt>
                <c:pt idx="283">
                  <c:v>2747.0792363500022</c:v>
                </c:pt>
                <c:pt idx="284">
                  <c:v>2627.5839189100002</c:v>
                </c:pt>
                <c:pt idx="285">
                  <c:v>2674.5377274000002</c:v>
                </c:pt>
                <c:pt idx="286">
                  <c:v>2465.1127981</c:v>
                </c:pt>
                <c:pt idx="287">
                  <c:v>2189.1603542100002</c:v>
                </c:pt>
                <c:pt idx="288">
                  <c:v>2191.1923493700001</c:v>
                </c:pt>
                <c:pt idx="289">
                  <c:v>2607.7685533599997</c:v>
                </c:pt>
                <c:pt idx="290">
                  <c:v>3142.0703319500012</c:v>
                </c:pt>
                <c:pt idx="291">
                  <c:v>3882.1741106400036</c:v>
                </c:pt>
                <c:pt idx="292">
                  <c:v>3980.8207529200022</c:v>
                </c:pt>
                <c:pt idx="293">
                  <c:v>3203.9942138100037</c:v>
                </c:pt>
                <c:pt idx="294">
                  <c:v>3094.9149518400022</c:v>
                </c:pt>
                <c:pt idx="295">
                  <c:v>3066.5799086400002</c:v>
                </c:pt>
                <c:pt idx="296">
                  <c:v>2886.1360614999953</c:v>
                </c:pt>
                <c:pt idx="297">
                  <c:v>2833.9616897299952</c:v>
                </c:pt>
                <c:pt idx="298">
                  <c:v>2680.4056782900002</c:v>
                </c:pt>
                <c:pt idx="299">
                  <c:v>2434.3953090200002</c:v>
                </c:pt>
                <c:pt idx="300">
                  <c:v>2288.2470288300001</c:v>
                </c:pt>
                <c:pt idx="301">
                  <c:v>2213.6638766699998</c:v>
                </c:pt>
                <c:pt idx="302">
                  <c:v>2249.48067137</c:v>
                </c:pt>
                <c:pt idx="303">
                  <c:v>2379.2372691499959</c:v>
                </c:pt>
                <c:pt idx="304">
                  <c:v>2532.4987557099998</c:v>
                </c:pt>
                <c:pt idx="305">
                  <c:v>2625.8634537500002</c:v>
                </c:pt>
                <c:pt idx="306">
                  <c:v>2724.6379413300001</c:v>
                </c:pt>
                <c:pt idx="307">
                  <c:v>3030.9245890999987</c:v>
                </c:pt>
                <c:pt idx="308">
                  <c:v>3201.3834307400002</c:v>
                </c:pt>
                <c:pt idx="309">
                  <c:v>3202.0980780599998</c:v>
                </c:pt>
                <c:pt idx="310">
                  <c:v>3050.9186683399998</c:v>
                </c:pt>
                <c:pt idx="311">
                  <c:v>2668.1859216099997</c:v>
                </c:pt>
                <c:pt idx="312">
                  <c:v>2608.1564810499958</c:v>
                </c:pt>
                <c:pt idx="313">
                  <c:v>2841.5828192399999</c:v>
                </c:pt>
                <c:pt idx="314">
                  <c:v>2864.8598636199999</c:v>
                </c:pt>
                <c:pt idx="315">
                  <c:v>3605.5951573100042</c:v>
                </c:pt>
                <c:pt idx="316">
                  <c:v>3665.7923494499987</c:v>
                </c:pt>
                <c:pt idx="317">
                  <c:v>3629.1189704399999</c:v>
                </c:pt>
                <c:pt idx="318">
                  <c:v>3570.5192740500001</c:v>
                </c:pt>
                <c:pt idx="319">
                  <c:v>3453.2359190400002</c:v>
                </c:pt>
                <c:pt idx="320">
                  <c:v>3388.9059034400002</c:v>
                </c:pt>
                <c:pt idx="321">
                  <c:v>3476.4952580300037</c:v>
                </c:pt>
                <c:pt idx="322">
                  <c:v>2993.1331428800072</c:v>
                </c:pt>
                <c:pt idx="323">
                  <c:v>2561.5522155300037</c:v>
                </c:pt>
                <c:pt idx="324">
                  <c:v>2346.0419948600002</c:v>
                </c:pt>
                <c:pt idx="325">
                  <c:v>2199.2066109899997</c:v>
                </c:pt>
                <c:pt idx="326">
                  <c:v>2093.2689823199953</c:v>
                </c:pt>
                <c:pt idx="327">
                  <c:v>2038.5227568400001</c:v>
                </c:pt>
                <c:pt idx="328">
                  <c:v>2086.2935113700037</c:v>
                </c:pt>
                <c:pt idx="329">
                  <c:v>2237.0927135700058</c:v>
                </c:pt>
                <c:pt idx="330">
                  <c:v>2274.4815093100001</c:v>
                </c:pt>
                <c:pt idx="331">
                  <c:v>2245.2811587900001</c:v>
                </c:pt>
                <c:pt idx="332">
                  <c:v>2718.02007069</c:v>
                </c:pt>
                <c:pt idx="333">
                  <c:v>3484.0059363900036</c:v>
                </c:pt>
                <c:pt idx="334">
                  <c:v>3983.12134599</c:v>
                </c:pt>
                <c:pt idx="335">
                  <c:v>3956.78611185</c:v>
                </c:pt>
                <c:pt idx="336">
                  <c:v>4002.8996408900002</c:v>
                </c:pt>
                <c:pt idx="337">
                  <c:v>3985.07308771</c:v>
                </c:pt>
                <c:pt idx="338">
                  <c:v>3861.4730610199999</c:v>
                </c:pt>
                <c:pt idx="339">
                  <c:v>3509.8989509500002</c:v>
                </c:pt>
                <c:pt idx="340">
                  <c:v>3193.9437813899999</c:v>
                </c:pt>
                <c:pt idx="341">
                  <c:v>3426.9789758900001</c:v>
                </c:pt>
                <c:pt idx="342">
                  <c:v>3448.1391205200002</c:v>
                </c:pt>
                <c:pt idx="343">
                  <c:v>3495.4799921800022</c:v>
                </c:pt>
                <c:pt idx="344">
                  <c:v>2791.94225362</c:v>
                </c:pt>
                <c:pt idx="345">
                  <c:v>2489.3819663100012</c:v>
                </c:pt>
                <c:pt idx="346">
                  <c:v>2654.1394674799999</c:v>
                </c:pt>
                <c:pt idx="347">
                  <c:v>2713.9664373199998</c:v>
                </c:pt>
                <c:pt idx="348">
                  <c:v>2729.2223211999958</c:v>
                </c:pt>
                <c:pt idx="349">
                  <c:v>3162.8135701800043</c:v>
                </c:pt>
                <c:pt idx="350">
                  <c:v>3587.0395020300057</c:v>
                </c:pt>
                <c:pt idx="351">
                  <c:v>4214.4340004700007</c:v>
                </c:pt>
                <c:pt idx="352">
                  <c:v>4116.7383308499975</c:v>
                </c:pt>
                <c:pt idx="353">
                  <c:v>4159.2609871099994</c:v>
                </c:pt>
                <c:pt idx="354">
                  <c:v>4213.9548485700006</c:v>
                </c:pt>
                <c:pt idx="355">
                  <c:v>4466.0374376699992</c:v>
                </c:pt>
                <c:pt idx="356">
                  <c:v>4276.4855547299994</c:v>
                </c:pt>
                <c:pt idx="357">
                  <c:v>4485.4807135499996</c:v>
                </c:pt>
                <c:pt idx="358">
                  <c:v>4967.0402686500083</c:v>
                </c:pt>
                <c:pt idx="359">
                  <c:v>4693.8180067700014</c:v>
                </c:pt>
                <c:pt idx="360">
                  <c:v>4233.5794662900007</c:v>
                </c:pt>
                <c:pt idx="361">
                  <c:v>4037.19690231</c:v>
                </c:pt>
                <c:pt idx="362">
                  <c:v>3768.6849636499987</c:v>
                </c:pt>
                <c:pt idx="363">
                  <c:v>3425.4087298199997</c:v>
                </c:pt>
                <c:pt idx="364">
                  <c:v>3300.8364286800002</c:v>
                </c:pt>
                <c:pt idx="365">
                  <c:v>3467.7537789700036</c:v>
                </c:pt>
                <c:pt idx="366">
                  <c:v>4261.7815116400006</c:v>
                </c:pt>
                <c:pt idx="367">
                  <c:v>3871.58712216</c:v>
                </c:pt>
                <c:pt idx="368">
                  <c:v>4167.6460070400008</c:v>
                </c:pt>
                <c:pt idx="369">
                  <c:v>4489.0638402199993</c:v>
                </c:pt>
                <c:pt idx="370">
                  <c:v>4534.5791210100024</c:v>
                </c:pt>
                <c:pt idx="371">
                  <c:v>4652.82008821</c:v>
                </c:pt>
                <c:pt idx="372">
                  <c:v>5806.4551947400014</c:v>
                </c:pt>
                <c:pt idx="373">
                  <c:v>7416.2548056800006</c:v>
                </c:pt>
                <c:pt idx="374">
                  <c:v>7648.6169190100054</c:v>
                </c:pt>
                <c:pt idx="375">
                  <c:v>7869.5109244600135</c:v>
                </c:pt>
                <c:pt idx="376">
                  <c:v>7527.3018548700002</c:v>
                </c:pt>
                <c:pt idx="377">
                  <c:v>6527.5442231200004</c:v>
                </c:pt>
                <c:pt idx="378">
                  <c:v>5655.9652574900001</c:v>
                </c:pt>
                <c:pt idx="379">
                  <c:v>6042.8502621100024</c:v>
                </c:pt>
                <c:pt idx="380">
                  <c:v>5511.7347260700008</c:v>
                </c:pt>
                <c:pt idx="381">
                  <c:v>5170.1918214800135</c:v>
                </c:pt>
                <c:pt idx="382">
                  <c:v>4630.6618026600054</c:v>
                </c:pt>
                <c:pt idx="383">
                  <c:v>4914.8450792200001</c:v>
                </c:pt>
                <c:pt idx="384">
                  <c:v>4547.0237913699993</c:v>
                </c:pt>
                <c:pt idx="385">
                  <c:v>3736.31468408</c:v>
                </c:pt>
                <c:pt idx="386">
                  <c:v>3680.1696729099999</c:v>
                </c:pt>
                <c:pt idx="387">
                  <c:v>3571.4735664800037</c:v>
                </c:pt>
                <c:pt idx="388">
                  <c:v>3584.6595113800022</c:v>
                </c:pt>
                <c:pt idx="389">
                  <c:v>3611.1751191000012</c:v>
                </c:pt>
                <c:pt idx="390">
                  <c:v>3590.26630789</c:v>
                </c:pt>
                <c:pt idx="391">
                  <c:v>3494.4424291299952</c:v>
                </c:pt>
                <c:pt idx="392">
                  <c:v>3139.1979103700037</c:v>
                </c:pt>
                <c:pt idx="393">
                  <c:v>3226.4422175000022</c:v>
                </c:pt>
                <c:pt idx="394">
                  <c:v>3634.7907789000001</c:v>
                </c:pt>
                <c:pt idx="395">
                  <c:v>3411.2676625499998</c:v>
                </c:pt>
                <c:pt idx="396">
                  <c:v>2921.7265765800012</c:v>
                </c:pt>
                <c:pt idx="397">
                  <c:v>2881.4960756700002</c:v>
                </c:pt>
                <c:pt idx="398">
                  <c:v>3325.8759884999999</c:v>
                </c:pt>
                <c:pt idx="399">
                  <c:v>3150.7398828999999</c:v>
                </c:pt>
                <c:pt idx="400">
                  <c:v>3096.87865852</c:v>
                </c:pt>
                <c:pt idx="401">
                  <c:v>3491.0934837899999</c:v>
                </c:pt>
                <c:pt idx="402">
                  <c:v>2815.9715000800043</c:v>
                </c:pt>
                <c:pt idx="403">
                  <c:v>3106.9524675800012</c:v>
                </c:pt>
                <c:pt idx="404">
                  <c:v>3120.8502933300042</c:v>
                </c:pt>
                <c:pt idx="405">
                  <c:v>3028.6246184799998</c:v>
                </c:pt>
                <c:pt idx="406">
                  <c:v>3027.7282835199953</c:v>
                </c:pt>
                <c:pt idx="407">
                  <c:v>3714.9228479199987</c:v>
                </c:pt>
                <c:pt idx="408">
                  <c:v>4291.8079029499995</c:v>
                </c:pt>
                <c:pt idx="409">
                  <c:v>4298.2804649700001</c:v>
                </c:pt>
                <c:pt idx="410">
                  <c:v>3838.2492711199952</c:v>
                </c:pt>
                <c:pt idx="411">
                  <c:v>3333.6810188400036</c:v>
                </c:pt>
                <c:pt idx="412">
                  <c:v>3141.3325154900012</c:v>
                </c:pt>
                <c:pt idx="413">
                  <c:v>3303.1222211599943</c:v>
                </c:pt>
                <c:pt idx="414">
                  <c:v>2831.2991737500001</c:v>
                </c:pt>
                <c:pt idx="415">
                  <c:v>2811.1083987799998</c:v>
                </c:pt>
                <c:pt idx="416">
                  <c:v>3115.5339757400002</c:v>
                </c:pt>
                <c:pt idx="417">
                  <c:v>3193.2448337699952</c:v>
                </c:pt>
                <c:pt idx="418">
                  <c:v>2809.2338414599958</c:v>
                </c:pt>
                <c:pt idx="419">
                  <c:v>2510.3365971100002</c:v>
                </c:pt>
                <c:pt idx="420">
                  <c:v>2435.4025101000002</c:v>
                </c:pt>
                <c:pt idx="421">
                  <c:v>2391.5475238500012</c:v>
                </c:pt>
                <c:pt idx="422">
                  <c:v>2309.8303735900067</c:v>
                </c:pt>
                <c:pt idx="423">
                  <c:v>2248.10257366</c:v>
                </c:pt>
                <c:pt idx="424">
                  <c:v>2244.4614549400012</c:v>
                </c:pt>
                <c:pt idx="425">
                  <c:v>2113.9062908300002</c:v>
                </c:pt>
                <c:pt idx="426">
                  <c:v>2141.5763966500012</c:v>
                </c:pt>
                <c:pt idx="427">
                  <c:v>2089.4971048600037</c:v>
                </c:pt>
                <c:pt idx="428">
                  <c:v>2339.0337412900012</c:v>
                </c:pt>
                <c:pt idx="429">
                  <c:v>2313.0420676399999</c:v>
                </c:pt>
                <c:pt idx="430">
                  <c:v>2529.6878188400001</c:v>
                </c:pt>
                <c:pt idx="431">
                  <c:v>2413.6230574800002</c:v>
                </c:pt>
                <c:pt idx="432">
                  <c:v>2268.6072301300001</c:v>
                </c:pt>
                <c:pt idx="433">
                  <c:v>2187.8742933500002</c:v>
                </c:pt>
                <c:pt idx="434">
                  <c:v>2209.9035751400002</c:v>
                </c:pt>
                <c:pt idx="435">
                  <c:v>2152.2643784299953</c:v>
                </c:pt>
                <c:pt idx="436">
                  <c:v>1960.0216837600021</c:v>
                </c:pt>
                <c:pt idx="437">
                  <c:v>1836.22838484</c:v>
                </c:pt>
                <c:pt idx="438">
                  <c:v>2077.0129950700002</c:v>
                </c:pt>
                <c:pt idx="439">
                  <c:v>2198.4761861699999</c:v>
                </c:pt>
                <c:pt idx="440">
                  <c:v>2064.7431134800022</c:v>
                </c:pt>
                <c:pt idx="441">
                  <c:v>1882.24415389</c:v>
                </c:pt>
                <c:pt idx="442">
                  <c:v>1866.4738456800001</c:v>
                </c:pt>
                <c:pt idx="443">
                  <c:v>1763.75797407</c:v>
                </c:pt>
                <c:pt idx="444">
                  <c:v>1777.4356928800019</c:v>
                </c:pt>
                <c:pt idx="445">
                  <c:v>1738.9931589</c:v>
                </c:pt>
                <c:pt idx="446">
                  <c:v>1655.2232217599999</c:v>
                </c:pt>
                <c:pt idx="447">
                  <c:v>1571.22072858</c:v>
                </c:pt>
                <c:pt idx="448">
                  <c:v>1709.6776455899999</c:v>
                </c:pt>
                <c:pt idx="449">
                  <c:v>2105.7277097799997</c:v>
                </c:pt>
                <c:pt idx="450">
                  <c:v>1802.1859495199976</c:v>
                </c:pt>
                <c:pt idx="451">
                  <c:v>1668.1132239699998</c:v>
                </c:pt>
                <c:pt idx="452">
                  <c:v>1575.7907919800011</c:v>
                </c:pt>
                <c:pt idx="453">
                  <c:v>1509.38554654</c:v>
                </c:pt>
                <c:pt idx="454">
                  <c:v>1485.8286741400011</c:v>
                </c:pt>
                <c:pt idx="455">
                  <c:v>1440.15515151</c:v>
                </c:pt>
                <c:pt idx="456">
                  <c:v>1425.38796383</c:v>
                </c:pt>
                <c:pt idx="457">
                  <c:v>1408.0838577400011</c:v>
                </c:pt>
                <c:pt idx="458">
                  <c:v>1374.4943274699999</c:v>
                </c:pt>
                <c:pt idx="459">
                  <c:v>1361.8246742699998</c:v>
                </c:pt>
                <c:pt idx="460">
                  <c:v>1515.0854346299998</c:v>
                </c:pt>
                <c:pt idx="461">
                  <c:v>1435.8595215299999</c:v>
                </c:pt>
                <c:pt idx="462">
                  <c:v>1360.7075753200027</c:v>
                </c:pt>
                <c:pt idx="463">
                  <c:v>1334.2288307599999</c:v>
                </c:pt>
                <c:pt idx="464">
                  <c:v>1325.2628529900001</c:v>
                </c:pt>
                <c:pt idx="465">
                  <c:v>1399.0700201099999</c:v>
                </c:pt>
                <c:pt idx="466">
                  <c:v>1360.1002668899998</c:v>
                </c:pt>
                <c:pt idx="467">
                  <c:v>1385.7491408299998</c:v>
                </c:pt>
                <c:pt idx="468">
                  <c:v>1334.7481655800011</c:v>
                </c:pt>
                <c:pt idx="469">
                  <c:v>1310.5508563200001</c:v>
                </c:pt>
                <c:pt idx="470">
                  <c:v>1286.5628301999998</c:v>
                </c:pt>
                <c:pt idx="471">
                  <c:v>1321.3512084899999</c:v>
                </c:pt>
                <c:pt idx="472">
                  <c:v>1348.3151220099999</c:v>
                </c:pt>
                <c:pt idx="473">
                  <c:v>1305.3856569300001</c:v>
                </c:pt>
                <c:pt idx="474">
                  <c:v>1288.7647296</c:v>
                </c:pt>
                <c:pt idx="475">
                  <c:v>1506.1738179099998</c:v>
                </c:pt>
                <c:pt idx="476">
                  <c:v>1447.55351135</c:v>
                </c:pt>
                <c:pt idx="477">
                  <c:v>1389.5221162299979</c:v>
                </c:pt>
                <c:pt idx="478">
                  <c:v>1341.86337764</c:v>
                </c:pt>
                <c:pt idx="479">
                  <c:v>1298.2618688299999</c:v>
                </c:pt>
                <c:pt idx="480">
                  <c:v>1275.8374492599976</c:v>
                </c:pt>
                <c:pt idx="481">
                  <c:v>1254.1395036500001</c:v>
                </c:pt>
                <c:pt idx="482">
                  <c:v>1260.17095268</c:v>
                </c:pt>
                <c:pt idx="483">
                  <c:v>1221.8908102499981</c:v>
                </c:pt>
                <c:pt idx="484">
                  <c:v>1184.5808674300001</c:v>
                </c:pt>
                <c:pt idx="485">
                  <c:v>1191.49903795</c:v>
                </c:pt>
                <c:pt idx="486">
                  <c:v>1199.3547637800011</c:v>
                </c:pt>
                <c:pt idx="487">
                  <c:v>1256.2799875000001</c:v>
                </c:pt>
                <c:pt idx="488">
                  <c:v>1706.6091507399999</c:v>
                </c:pt>
                <c:pt idx="489">
                  <c:v>1596.94312135</c:v>
                </c:pt>
                <c:pt idx="490">
                  <c:v>1423.5663151799999</c:v>
                </c:pt>
                <c:pt idx="491">
                  <c:v>1336.9861673600021</c:v>
                </c:pt>
                <c:pt idx="492">
                  <c:v>1519.24633771</c:v>
                </c:pt>
                <c:pt idx="493">
                  <c:v>1891.6868283299998</c:v>
                </c:pt>
                <c:pt idx="494">
                  <c:v>1562.7864655599999</c:v>
                </c:pt>
                <c:pt idx="495">
                  <c:v>1446.5974898899999</c:v>
                </c:pt>
                <c:pt idx="496">
                  <c:v>1341.7057582400018</c:v>
                </c:pt>
                <c:pt idx="497">
                  <c:v>1280.3450596900011</c:v>
                </c:pt>
                <c:pt idx="498">
                  <c:v>1254.8020030800001</c:v>
                </c:pt>
                <c:pt idx="499">
                  <c:v>1233.5386692600011</c:v>
                </c:pt>
                <c:pt idx="500">
                  <c:v>1208.81192758</c:v>
                </c:pt>
                <c:pt idx="501">
                  <c:v>1193.31072733</c:v>
                </c:pt>
                <c:pt idx="502">
                  <c:v>1189.0449060199978</c:v>
                </c:pt>
                <c:pt idx="503">
                  <c:v>1167.0250821000011</c:v>
                </c:pt>
                <c:pt idx="504">
                  <c:v>1124.2461819300001</c:v>
                </c:pt>
                <c:pt idx="505">
                  <c:v>1088.0114952599981</c:v>
                </c:pt>
                <c:pt idx="506">
                  <c:v>1065.3603638</c:v>
                </c:pt>
                <c:pt idx="507">
                  <c:v>1111.2953866299999</c:v>
                </c:pt>
                <c:pt idx="508">
                  <c:v>1254.5203768399979</c:v>
                </c:pt>
                <c:pt idx="509">
                  <c:v>1279.4267313300011</c:v>
                </c:pt>
                <c:pt idx="510">
                  <c:v>1227.20373892</c:v>
                </c:pt>
                <c:pt idx="511">
                  <c:v>1168.34835191</c:v>
                </c:pt>
                <c:pt idx="512">
                  <c:v>1136.63261818</c:v>
                </c:pt>
                <c:pt idx="513">
                  <c:v>1136.4045922299999</c:v>
                </c:pt>
                <c:pt idx="514">
                  <c:v>1136.4898685400001</c:v>
                </c:pt>
                <c:pt idx="515">
                  <c:v>1330.0161947600011</c:v>
                </c:pt>
                <c:pt idx="516">
                  <c:v>1409.53625235</c:v>
                </c:pt>
                <c:pt idx="517">
                  <c:v>1277.7246631600021</c:v>
                </c:pt>
                <c:pt idx="518">
                  <c:v>1218.13872167</c:v>
                </c:pt>
                <c:pt idx="519">
                  <c:v>1204.70628465</c:v>
                </c:pt>
                <c:pt idx="520">
                  <c:v>1561.1863416699998</c:v>
                </c:pt>
                <c:pt idx="521">
                  <c:v>1320.6031561</c:v>
                </c:pt>
                <c:pt idx="522">
                  <c:v>1238.62626927</c:v>
                </c:pt>
                <c:pt idx="523">
                  <c:v>1198.06420742</c:v>
                </c:pt>
                <c:pt idx="524">
                  <c:v>1152.8008133599999</c:v>
                </c:pt>
                <c:pt idx="525">
                  <c:v>1141.3577419999999</c:v>
                </c:pt>
                <c:pt idx="526">
                  <c:v>1149.9995591200031</c:v>
                </c:pt>
                <c:pt idx="527">
                  <c:v>1117.9345590600021</c:v>
                </c:pt>
                <c:pt idx="528">
                  <c:v>1100.2787659900011</c:v>
                </c:pt>
                <c:pt idx="529">
                  <c:v>1088.9518861900001</c:v>
                </c:pt>
                <c:pt idx="530">
                  <c:v>1074.34010474</c:v>
                </c:pt>
                <c:pt idx="531">
                  <c:v>1051.0688699500001</c:v>
                </c:pt>
                <c:pt idx="532">
                  <c:v>1262.5091696800018</c:v>
                </c:pt>
                <c:pt idx="533">
                  <c:v>1775.5538390099998</c:v>
                </c:pt>
                <c:pt idx="534">
                  <c:v>1559.6389881099999</c:v>
                </c:pt>
                <c:pt idx="535">
                  <c:v>1465.0091506199999</c:v>
                </c:pt>
                <c:pt idx="536">
                  <c:v>1400.6167512100001</c:v>
                </c:pt>
                <c:pt idx="537">
                  <c:v>1304.3745827999999</c:v>
                </c:pt>
                <c:pt idx="538">
                  <c:v>1232.4986855500001</c:v>
                </c:pt>
                <c:pt idx="539">
                  <c:v>1193.90627829</c:v>
                </c:pt>
                <c:pt idx="540">
                  <c:v>1179.52100124</c:v>
                </c:pt>
                <c:pt idx="541">
                  <c:v>1162.1695885699999</c:v>
                </c:pt>
                <c:pt idx="542">
                  <c:v>1147.6686040899999</c:v>
                </c:pt>
                <c:pt idx="543">
                  <c:v>1185.5091550700001</c:v>
                </c:pt>
                <c:pt idx="544">
                  <c:v>1172.1420066499998</c:v>
                </c:pt>
                <c:pt idx="545">
                  <c:v>1168.1802891099999</c:v>
                </c:pt>
                <c:pt idx="546">
                  <c:v>1269.46392672</c:v>
                </c:pt>
                <c:pt idx="547">
                  <c:v>1342.1591128499979</c:v>
                </c:pt>
                <c:pt idx="548">
                  <c:v>1303.1430213199976</c:v>
                </c:pt>
                <c:pt idx="549">
                  <c:v>1223.3135345199976</c:v>
                </c:pt>
                <c:pt idx="550">
                  <c:v>1188.5901681800001</c:v>
                </c:pt>
                <c:pt idx="551">
                  <c:v>1187.7053140600001</c:v>
                </c:pt>
                <c:pt idx="552">
                  <c:v>1205.3209242099979</c:v>
                </c:pt>
                <c:pt idx="553">
                  <c:v>1170.0249685899998</c:v>
                </c:pt>
                <c:pt idx="554">
                  <c:v>1186.18016139</c:v>
                </c:pt>
                <c:pt idx="555">
                  <c:v>1195.9875597700034</c:v>
                </c:pt>
                <c:pt idx="556">
                  <c:v>1337.2184121800001</c:v>
                </c:pt>
                <c:pt idx="557">
                  <c:v>1499.22549291</c:v>
                </c:pt>
                <c:pt idx="558">
                  <c:v>1602.5983310099998</c:v>
                </c:pt>
                <c:pt idx="559">
                  <c:v>1426.24183354</c:v>
                </c:pt>
                <c:pt idx="560">
                  <c:v>1334.430022</c:v>
                </c:pt>
                <c:pt idx="561">
                  <c:v>1297.5662409699999</c:v>
                </c:pt>
                <c:pt idx="562">
                  <c:v>1406.4879527000019</c:v>
                </c:pt>
                <c:pt idx="563">
                  <c:v>1370.3672444199976</c:v>
                </c:pt>
                <c:pt idx="564">
                  <c:v>1304.59175037</c:v>
                </c:pt>
                <c:pt idx="565">
                  <c:v>1280.8426085899998</c:v>
                </c:pt>
                <c:pt idx="566">
                  <c:v>1244.9470906399999</c:v>
                </c:pt>
                <c:pt idx="567">
                  <c:v>1233.22239304</c:v>
                </c:pt>
                <c:pt idx="568">
                  <c:v>1305.7521445099976</c:v>
                </c:pt>
                <c:pt idx="569">
                  <c:v>1309.2834691099999</c:v>
                </c:pt>
                <c:pt idx="570">
                  <c:v>1282.0206389499999</c:v>
                </c:pt>
                <c:pt idx="571">
                  <c:v>1293.3709645399979</c:v>
                </c:pt>
                <c:pt idx="572">
                  <c:v>2146.0254617499959</c:v>
                </c:pt>
                <c:pt idx="573">
                  <c:v>2197.6828501999953</c:v>
                </c:pt>
                <c:pt idx="574">
                  <c:v>1855.0652168099998</c:v>
                </c:pt>
                <c:pt idx="575">
                  <c:v>1641.0461904399999</c:v>
                </c:pt>
                <c:pt idx="576">
                  <c:v>1516.9371685999999</c:v>
                </c:pt>
                <c:pt idx="577">
                  <c:v>1422.27513636</c:v>
                </c:pt>
                <c:pt idx="578">
                  <c:v>1388.7874812</c:v>
                </c:pt>
                <c:pt idx="579">
                  <c:v>1383.2537885499999</c:v>
                </c:pt>
                <c:pt idx="580">
                  <c:v>1352.84368842</c:v>
                </c:pt>
                <c:pt idx="581">
                  <c:v>1333.3256488</c:v>
                </c:pt>
                <c:pt idx="582">
                  <c:v>1545.3712166999978</c:v>
                </c:pt>
                <c:pt idx="583">
                  <c:v>1574.35250634</c:v>
                </c:pt>
                <c:pt idx="584">
                  <c:v>1534.0654311999999</c:v>
                </c:pt>
                <c:pt idx="585">
                  <c:v>1577.8334812599978</c:v>
                </c:pt>
                <c:pt idx="586">
                  <c:v>1500.78239078</c:v>
                </c:pt>
                <c:pt idx="587">
                  <c:v>1443.8336521000001</c:v>
                </c:pt>
                <c:pt idx="588">
                  <c:v>1497.27451197</c:v>
                </c:pt>
                <c:pt idx="589">
                  <c:v>1704.9683943800001</c:v>
                </c:pt>
                <c:pt idx="590">
                  <c:v>1611.1492005699981</c:v>
                </c:pt>
                <c:pt idx="591">
                  <c:v>1557.8670666800001</c:v>
                </c:pt>
                <c:pt idx="592">
                  <c:v>1526.5311687200001</c:v>
                </c:pt>
                <c:pt idx="593">
                  <c:v>1519.31024308</c:v>
                </c:pt>
                <c:pt idx="594">
                  <c:v>1519.1484048199968</c:v>
                </c:pt>
                <c:pt idx="595">
                  <c:v>1478.0369920000001</c:v>
                </c:pt>
                <c:pt idx="596">
                  <c:v>1438.8764909499998</c:v>
                </c:pt>
                <c:pt idx="597">
                  <c:v>1416.7617772399999</c:v>
                </c:pt>
                <c:pt idx="598">
                  <c:v>1401.2710204099999</c:v>
                </c:pt>
                <c:pt idx="599">
                  <c:v>1382.7424073299999</c:v>
                </c:pt>
                <c:pt idx="600">
                  <c:v>1367.8831654999999</c:v>
                </c:pt>
                <c:pt idx="601">
                  <c:v>1414.3402896099999</c:v>
                </c:pt>
                <c:pt idx="602">
                  <c:v>1422.4948629200001</c:v>
                </c:pt>
                <c:pt idx="603">
                  <c:v>1410.82072249</c:v>
                </c:pt>
                <c:pt idx="604">
                  <c:v>1406.5704625499998</c:v>
                </c:pt>
                <c:pt idx="605">
                  <c:v>1435.1414852899998</c:v>
                </c:pt>
                <c:pt idx="606">
                  <c:v>1441.4776605500001</c:v>
                </c:pt>
                <c:pt idx="607">
                  <c:v>1373.46630873</c:v>
                </c:pt>
                <c:pt idx="608">
                  <c:v>1360.1988222399971</c:v>
                </c:pt>
                <c:pt idx="609">
                  <c:v>1344.5527283399979</c:v>
                </c:pt>
                <c:pt idx="610">
                  <c:v>1396.5799932800001</c:v>
                </c:pt>
                <c:pt idx="611">
                  <c:v>1564.6681465299973</c:v>
                </c:pt>
                <c:pt idx="612">
                  <c:v>1562.1945110099998</c:v>
                </c:pt>
                <c:pt idx="613">
                  <c:v>1443.1256443</c:v>
                </c:pt>
                <c:pt idx="614">
                  <c:v>1396.0291899199999</c:v>
                </c:pt>
                <c:pt idx="615">
                  <c:v>1954.7542288699976</c:v>
                </c:pt>
                <c:pt idx="616">
                  <c:v>2436.4532484400002</c:v>
                </c:pt>
                <c:pt idx="617">
                  <c:v>2136.6731556500022</c:v>
                </c:pt>
                <c:pt idx="618">
                  <c:v>1962.72280058</c:v>
                </c:pt>
                <c:pt idx="619">
                  <c:v>1756.14995069</c:v>
                </c:pt>
                <c:pt idx="620">
                  <c:v>1630.4552597400034</c:v>
                </c:pt>
                <c:pt idx="621">
                  <c:v>1748.9907863999999</c:v>
                </c:pt>
                <c:pt idx="622">
                  <c:v>1675.4381687300001</c:v>
                </c:pt>
                <c:pt idx="623">
                  <c:v>1642.2026769399999</c:v>
                </c:pt>
                <c:pt idx="624">
                  <c:v>1565.9885115600011</c:v>
                </c:pt>
                <c:pt idx="625">
                  <c:v>1545.57621182</c:v>
                </c:pt>
                <c:pt idx="626">
                  <c:v>1563.6358397700001</c:v>
                </c:pt>
                <c:pt idx="627">
                  <c:v>1574.9557342400001</c:v>
                </c:pt>
                <c:pt idx="628">
                  <c:v>1809.38377517</c:v>
                </c:pt>
                <c:pt idx="629">
                  <c:v>1615.3412955599979</c:v>
                </c:pt>
                <c:pt idx="630">
                  <c:v>1517.0761143499999</c:v>
                </c:pt>
                <c:pt idx="631">
                  <c:v>1438.1720103999978</c:v>
                </c:pt>
                <c:pt idx="632">
                  <c:v>1399.1771515</c:v>
                </c:pt>
                <c:pt idx="633">
                  <c:v>1439.0870190099999</c:v>
                </c:pt>
                <c:pt idx="634">
                  <c:v>1424.6690284999981</c:v>
                </c:pt>
                <c:pt idx="635">
                  <c:v>1406.0800373</c:v>
                </c:pt>
                <c:pt idx="636">
                  <c:v>1400.2205241300001</c:v>
                </c:pt>
                <c:pt idx="637">
                  <c:v>1436.3213830099999</c:v>
                </c:pt>
                <c:pt idx="638">
                  <c:v>1528.79199384</c:v>
                </c:pt>
                <c:pt idx="639">
                  <c:v>1556.9503290299999</c:v>
                </c:pt>
                <c:pt idx="640">
                  <c:v>1853.5142322599966</c:v>
                </c:pt>
                <c:pt idx="641">
                  <c:v>1849.6230596</c:v>
                </c:pt>
                <c:pt idx="642">
                  <c:v>1759.4132047400001</c:v>
                </c:pt>
                <c:pt idx="643">
                  <c:v>2137.5621076100001</c:v>
                </c:pt>
                <c:pt idx="644">
                  <c:v>1839.9183316900001</c:v>
                </c:pt>
                <c:pt idx="645">
                  <c:v>1975.6382888599978</c:v>
                </c:pt>
                <c:pt idx="646">
                  <c:v>1948.3336072499999</c:v>
                </c:pt>
                <c:pt idx="647">
                  <c:v>1843.52293306</c:v>
                </c:pt>
                <c:pt idx="648">
                  <c:v>1791.3547858299999</c:v>
                </c:pt>
                <c:pt idx="649">
                  <c:v>1761.46246438</c:v>
                </c:pt>
                <c:pt idx="650">
                  <c:v>2020.3915293099999</c:v>
                </c:pt>
                <c:pt idx="651">
                  <c:v>1953.1339443599968</c:v>
                </c:pt>
                <c:pt idx="652">
                  <c:v>1798.1174118099998</c:v>
                </c:pt>
                <c:pt idx="653">
                  <c:v>1662.2244900099981</c:v>
                </c:pt>
                <c:pt idx="654">
                  <c:v>1607.0476381799999</c:v>
                </c:pt>
                <c:pt idx="655">
                  <c:v>1547.73225705</c:v>
                </c:pt>
                <c:pt idx="656">
                  <c:v>1542.4372412499999</c:v>
                </c:pt>
                <c:pt idx="657">
                  <c:v>1631.7559137000019</c:v>
                </c:pt>
                <c:pt idx="658">
                  <c:v>2053.7320949300001</c:v>
                </c:pt>
                <c:pt idx="659">
                  <c:v>2514.1021376400022</c:v>
                </c:pt>
                <c:pt idx="660">
                  <c:v>2532.1814420699998</c:v>
                </c:pt>
                <c:pt idx="661">
                  <c:v>2263.5623374299998</c:v>
                </c:pt>
                <c:pt idx="662">
                  <c:v>2308.1334579700042</c:v>
                </c:pt>
                <c:pt idx="663">
                  <c:v>2314.0413843000001</c:v>
                </c:pt>
                <c:pt idx="664">
                  <c:v>2586.9152789600012</c:v>
                </c:pt>
                <c:pt idx="665">
                  <c:v>3532.0167077699998</c:v>
                </c:pt>
                <c:pt idx="666">
                  <c:v>3153.9991947400022</c:v>
                </c:pt>
                <c:pt idx="667">
                  <c:v>3014.13954117</c:v>
                </c:pt>
                <c:pt idx="668">
                  <c:v>3379.6823676899999</c:v>
                </c:pt>
                <c:pt idx="669">
                  <c:v>3948.0436645300001</c:v>
                </c:pt>
                <c:pt idx="670">
                  <c:v>3866.7409654599933</c:v>
                </c:pt>
                <c:pt idx="671">
                  <c:v>3815.2239751499997</c:v>
                </c:pt>
                <c:pt idx="672">
                  <c:v>3891.79532586</c:v>
                </c:pt>
                <c:pt idx="673">
                  <c:v>4103.0517939399997</c:v>
                </c:pt>
                <c:pt idx="674">
                  <c:v>4231.1932511000014</c:v>
                </c:pt>
                <c:pt idx="675">
                  <c:v>3670.1953183100022</c:v>
                </c:pt>
                <c:pt idx="676">
                  <c:v>3422.2279856099958</c:v>
                </c:pt>
                <c:pt idx="677">
                  <c:v>3399.4134943500012</c:v>
                </c:pt>
                <c:pt idx="678">
                  <c:v>3139.8162155100022</c:v>
                </c:pt>
                <c:pt idx="679">
                  <c:v>2959.2039597499997</c:v>
                </c:pt>
                <c:pt idx="680">
                  <c:v>2771.1897477399998</c:v>
                </c:pt>
                <c:pt idx="681">
                  <c:v>2373.9328819499997</c:v>
                </c:pt>
                <c:pt idx="682">
                  <c:v>2190.5050814299952</c:v>
                </c:pt>
                <c:pt idx="683">
                  <c:v>2236.8559905300058</c:v>
                </c:pt>
                <c:pt idx="684">
                  <c:v>2324.8560183500012</c:v>
                </c:pt>
                <c:pt idx="685">
                  <c:v>2537.6262965800001</c:v>
                </c:pt>
                <c:pt idx="686">
                  <c:v>2682.9697426600001</c:v>
                </c:pt>
                <c:pt idx="687">
                  <c:v>2560.3543012000036</c:v>
                </c:pt>
                <c:pt idx="688">
                  <c:v>2291.7836442999997</c:v>
                </c:pt>
                <c:pt idx="689">
                  <c:v>2346.6125784599999</c:v>
                </c:pt>
                <c:pt idx="690">
                  <c:v>2700.7789016899997</c:v>
                </c:pt>
                <c:pt idx="691">
                  <c:v>2848.7290848799998</c:v>
                </c:pt>
                <c:pt idx="692">
                  <c:v>2705.9676851999952</c:v>
                </c:pt>
                <c:pt idx="693">
                  <c:v>2659.3154906600012</c:v>
                </c:pt>
                <c:pt idx="694">
                  <c:v>2466.5324446700001</c:v>
                </c:pt>
                <c:pt idx="695">
                  <c:v>2331.6797486400001</c:v>
                </c:pt>
                <c:pt idx="696">
                  <c:v>2445.6998150199997</c:v>
                </c:pt>
                <c:pt idx="697">
                  <c:v>2503.3287930900001</c:v>
                </c:pt>
                <c:pt idx="698">
                  <c:v>2977.4391891199998</c:v>
                </c:pt>
                <c:pt idx="699">
                  <c:v>3132.8851117600002</c:v>
                </c:pt>
                <c:pt idx="700">
                  <c:v>3558.2755874499999</c:v>
                </c:pt>
                <c:pt idx="701">
                  <c:v>3446.7150821800001</c:v>
                </c:pt>
                <c:pt idx="702">
                  <c:v>3690.5058812599987</c:v>
                </c:pt>
                <c:pt idx="703">
                  <c:v>4989.0486117400005</c:v>
                </c:pt>
                <c:pt idx="704">
                  <c:v>5267.2297638200007</c:v>
                </c:pt>
                <c:pt idx="705">
                  <c:v>5230.9326241800054</c:v>
                </c:pt>
                <c:pt idx="706">
                  <c:v>4992.4751564500002</c:v>
                </c:pt>
                <c:pt idx="707">
                  <c:v>5912.9680062500001</c:v>
                </c:pt>
                <c:pt idx="708">
                  <c:v>5958.0945985700073</c:v>
                </c:pt>
                <c:pt idx="709">
                  <c:v>5507.7288834000001</c:v>
                </c:pt>
                <c:pt idx="710">
                  <c:v>4678.3385232800001</c:v>
                </c:pt>
                <c:pt idx="711">
                  <c:v>4227.9238416600001</c:v>
                </c:pt>
                <c:pt idx="712">
                  <c:v>4208.7670333299993</c:v>
                </c:pt>
                <c:pt idx="713">
                  <c:v>4286.17938968</c:v>
                </c:pt>
                <c:pt idx="714">
                  <c:v>4524.8807213800001</c:v>
                </c:pt>
                <c:pt idx="715">
                  <c:v>4445.5606101200001</c:v>
                </c:pt>
                <c:pt idx="716">
                  <c:v>4177.2785647700002</c:v>
                </c:pt>
                <c:pt idx="717">
                  <c:v>3856.7170911099997</c:v>
                </c:pt>
                <c:pt idx="718">
                  <c:v>3363.0047278000002</c:v>
                </c:pt>
                <c:pt idx="719">
                  <c:v>3325.4564539400012</c:v>
                </c:pt>
                <c:pt idx="720">
                  <c:v>3119.89766078</c:v>
                </c:pt>
                <c:pt idx="721">
                  <c:v>2877.6872053699958</c:v>
                </c:pt>
                <c:pt idx="722">
                  <c:v>2726.1433829299999</c:v>
                </c:pt>
                <c:pt idx="723">
                  <c:v>2710.2651825400012</c:v>
                </c:pt>
                <c:pt idx="724">
                  <c:v>2757.2517390700036</c:v>
                </c:pt>
                <c:pt idx="725">
                  <c:v>2710.0119125900078</c:v>
                </c:pt>
                <c:pt idx="726">
                  <c:v>2818.8416393299999</c:v>
                </c:pt>
                <c:pt idx="727">
                  <c:v>3149.5583253</c:v>
                </c:pt>
                <c:pt idx="728">
                  <c:v>3014.2477099899997</c:v>
                </c:pt>
                <c:pt idx="729">
                  <c:v>2848.4816936699999</c:v>
                </c:pt>
                <c:pt idx="730">
                  <c:v>3313.0104003500001</c:v>
                </c:pt>
                <c:pt idx="731">
                  <c:v>3020.2765308800012</c:v>
                </c:pt>
                <c:pt idx="732">
                  <c:v>2801.4313701000042</c:v>
                </c:pt>
                <c:pt idx="733">
                  <c:v>3248.3918423500022</c:v>
                </c:pt>
                <c:pt idx="734">
                  <c:v>3210.26427053</c:v>
                </c:pt>
                <c:pt idx="735">
                  <c:v>3195.2938167699999</c:v>
                </c:pt>
                <c:pt idx="736">
                  <c:v>3334.2511874699999</c:v>
                </c:pt>
                <c:pt idx="737">
                  <c:v>4020.9988292999997</c:v>
                </c:pt>
                <c:pt idx="738">
                  <c:v>3601.7508762500001</c:v>
                </c:pt>
                <c:pt idx="739">
                  <c:v>3882.2873974199997</c:v>
                </c:pt>
                <c:pt idx="740">
                  <c:v>3862.4446438599998</c:v>
                </c:pt>
                <c:pt idx="741">
                  <c:v>4625.6622454200115</c:v>
                </c:pt>
                <c:pt idx="742">
                  <c:v>5097.5845398000001</c:v>
                </c:pt>
                <c:pt idx="743">
                  <c:v>5645.5984797000001</c:v>
                </c:pt>
                <c:pt idx="744">
                  <c:v>6001.7389184399999</c:v>
                </c:pt>
                <c:pt idx="745">
                  <c:v>5574.8560727100003</c:v>
                </c:pt>
                <c:pt idx="746">
                  <c:v>5075.3258315400044</c:v>
                </c:pt>
                <c:pt idx="747">
                  <c:v>4953.1523330200034</c:v>
                </c:pt>
                <c:pt idx="748">
                  <c:v>5204.8797078899997</c:v>
                </c:pt>
                <c:pt idx="749">
                  <c:v>4682.3009324300001</c:v>
                </c:pt>
                <c:pt idx="750">
                  <c:v>4077.5895181300002</c:v>
                </c:pt>
                <c:pt idx="751">
                  <c:v>3672.7764310299958</c:v>
                </c:pt>
                <c:pt idx="752">
                  <c:v>3706.69703811</c:v>
                </c:pt>
                <c:pt idx="753">
                  <c:v>3807.6564459099964</c:v>
                </c:pt>
                <c:pt idx="754">
                  <c:v>4444.0268814000083</c:v>
                </c:pt>
                <c:pt idx="755">
                  <c:v>4135.9577996399985</c:v>
                </c:pt>
                <c:pt idx="756">
                  <c:v>4338.3083222499999</c:v>
                </c:pt>
                <c:pt idx="757">
                  <c:v>4403.4638512899992</c:v>
                </c:pt>
                <c:pt idx="758">
                  <c:v>5120.7589482899994</c:v>
                </c:pt>
                <c:pt idx="759">
                  <c:v>4638.2953121099999</c:v>
                </c:pt>
                <c:pt idx="760">
                  <c:v>4242.7592918800001</c:v>
                </c:pt>
                <c:pt idx="761">
                  <c:v>3810.2169484599958</c:v>
                </c:pt>
                <c:pt idx="762">
                  <c:v>3698.8455311400012</c:v>
                </c:pt>
                <c:pt idx="763">
                  <c:v>3436.4581330900037</c:v>
                </c:pt>
                <c:pt idx="764">
                  <c:v>3491.7451248400002</c:v>
                </c:pt>
                <c:pt idx="765">
                  <c:v>3695.4963091599998</c:v>
                </c:pt>
                <c:pt idx="766">
                  <c:v>3254.0435939300037</c:v>
                </c:pt>
                <c:pt idx="767">
                  <c:v>3344.6608454899933</c:v>
                </c:pt>
                <c:pt idx="768">
                  <c:v>4114.1400660500085</c:v>
                </c:pt>
                <c:pt idx="769">
                  <c:v>4915.1175761200002</c:v>
                </c:pt>
                <c:pt idx="770">
                  <c:v>5271.8619343800083</c:v>
                </c:pt>
                <c:pt idx="771">
                  <c:v>4776.9218134900002</c:v>
                </c:pt>
                <c:pt idx="772">
                  <c:v>4007.2654007899987</c:v>
                </c:pt>
                <c:pt idx="773">
                  <c:v>3577.50722868</c:v>
                </c:pt>
                <c:pt idx="774">
                  <c:v>3487.19332012</c:v>
                </c:pt>
                <c:pt idx="775">
                  <c:v>3276.4406254899964</c:v>
                </c:pt>
                <c:pt idx="776">
                  <c:v>3120.3619429300043</c:v>
                </c:pt>
                <c:pt idx="777">
                  <c:v>3141.7612485499999</c:v>
                </c:pt>
                <c:pt idx="778">
                  <c:v>3271.3886437199958</c:v>
                </c:pt>
                <c:pt idx="779">
                  <c:v>2841.60833989</c:v>
                </c:pt>
                <c:pt idx="780">
                  <c:v>2573.6151135900072</c:v>
                </c:pt>
                <c:pt idx="781">
                  <c:v>2484.8226229699999</c:v>
                </c:pt>
                <c:pt idx="782">
                  <c:v>2467.1237076000002</c:v>
                </c:pt>
                <c:pt idx="783">
                  <c:v>2691.7150601899998</c:v>
                </c:pt>
                <c:pt idx="784">
                  <c:v>2890.3890879</c:v>
                </c:pt>
                <c:pt idx="785">
                  <c:v>2585.6558799199997</c:v>
                </c:pt>
                <c:pt idx="786">
                  <c:v>2299.4003128900067</c:v>
                </c:pt>
                <c:pt idx="787">
                  <c:v>2191.7328735900001</c:v>
                </c:pt>
                <c:pt idx="788">
                  <c:v>2256.9485818999997</c:v>
                </c:pt>
                <c:pt idx="789">
                  <c:v>2442.5249495499997</c:v>
                </c:pt>
                <c:pt idx="790">
                  <c:v>2136.9449868699999</c:v>
                </c:pt>
                <c:pt idx="791">
                  <c:v>2041.4857628900011</c:v>
                </c:pt>
                <c:pt idx="792">
                  <c:v>2169.3820765900036</c:v>
                </c:pt>
                <c:pt idx="793">
                  <c:v>2163.3947526900042</c:v>
                </c:pt>
                <c:pt idx="794">
                  <c:v>2155.3120037600002</c:v>
                </c:pt>
                <c:pt idx="795">
                  <c:v>2145.2261951599953</c:v>
                </c:pt>
                <c:pt idx="796">
                  <c:v>2007.0495038500001</c:v>
                </c:pt>
                <c:pt idx="797">
                  <c:v>1919.4650856700011</c:v>
                </c:pt>
                <c:pt idx="798">
                  <c:v>1832.6459497799999</c:v>
                </c:pt>
                <c:pt idx="799">
                  <c:v>1776.3462931700001</c:v>
                </c:pt>
                <c:pt idx="800">
                  <c:v>1737.79182107</c:v>
                </c:pt>
                <c:pt idx="801">
                  <c:v>1696.8828098099998</c:v>
                </c:pt>
                <c:pt idx="802">
                  <c:v>1668.0026690800019</c:v>
                </c:pt>
                <c:pt idx="803">
                  <c:v>1970.9636357500001</c:v>
                </c:pt>
                <c:pt idx="804">
                  <c:v>1865.3786363899999</c:v>
                </c:pt>
                <c:pt idx="805">
                  <c:v>1730.2857073700011</c:v>
                </c:pt>
                <c:pt idx="806">
                  <c:v>1651.4244836400001</c:v>
                </c:pt>
                <c:pt idx="807">
                  <c:v>1600.2431002399978</c:v>
                </c:pt>
                <c:pt idx="808">
                  <c:v>1554.7649592600001</c:v>
                </c:pt>
                <c:pt idx="809">
                  <c:v>1537.6599003899998</c:v>
                </c:pt>
                <c:pt idx="810">
                  <c:v>1524.0913186699981</c:v>
                </c:pt>
                <c:pt idx="811">
                  <c:v>1501.0214134299999</c:v>
                </c:pt>
                <c:pt idx="812">
                  <c:v>1496.0325070900001</c:v>
                </c:pt>
                <c:pt idx="813">
                  <c:v>1599.77224774</c:v>
                </c:pt>
                <c:pt idx="814">
                  <c:v>1635.87649554</c:v>
                </c:pt>
                <c:pt idx="815">
                  <c:v>1682.5218084999999</c:v>
                </c:pt>
                <c:pt idx="816">
                  <c:v>2125.9999485300036</c:v>
                </c:pt>
                <c:pt idx="817">
                  <c:v>2193.4689174099999</c:v>
                </c:pt>
                <c:pt idx="818">
                  <c:v>1972.8341125299974</c:v>
                </c:pt>
                <c:pt idx="819">
                  <c:v>1985.5950245299998</c:v>
                </c:pt>
                <c:pt idx="820">
                  <c:v>1963.8617373099999</c:v>
                </c:pt>
                <c:pt idx="821">
                  <c:v>2547.9879909900001</c:v>
                </c:pt>
                <c:pt idx="822">
                  <c:v>3896.6381628100012</c:v>
                </c:pt>
                <c:pt idx="823">
                  <c:v>4073.2858653999933</c:v>
                </c:pt>
                <c:pt idx="824">
                  <c:v>3759.2365142200001</c:v>
                </c:pt>
                <c:pt idx="825">
                  <c:v>2978.3618055100001</c:v>
                </c:pt>
                <c:pt idx="826">
                  <c:v>2356.4416244399999</c:v>
                </c:pt>
                <c:pt idx="827">
                  <c:v>2557.1099282800001</c:v>
                </c:pt>
                <c:pt idx="828">
                  <c:v>2865.3639828700052</c:v>
                </c:pt>
                <c:pt idx="829">
                  <c:v>2389.9953635600036</c:v>
                </c:pt>
                <c:pt idx="830">
                  <c:v>2089.9761875900012</c:v>
                </c:pt>
                <c:pt idx="831">
                  <c:v>1987.5294412499998</c:v>
                </c:pt>
                <c:pt idx="832">
                  <c:v>1911.50330046</c:v>
                </c:pt>
                <c:pt idx="833">
                  <c:v>1848.94963263</c:v>
                </c:pt>
                <c:pt idx="834">
                  <c:v>1808.72490672</c:v>
                </c:pt>
                <c:pt idx="835">
                  <c:v>1726.8050436799999</c:v>
                </c:pt>
                <c:pt idx="836">
                  <c:v>1792.76672089</c:v>
                </c:pt>
                <c:pt idx="837">
                  <c:v>1649.5529348599975</c:v>
                </c:pt>
                <c:pt idx="838">
                  <c:v>1603.7183347499999</c:v>
                </c:pt>
                <c:pt idx="839">
                  <c:v>1604.4536613900011</c:v>
                </c:pt>
                <c:pt idx="840">
                  <c:v>1598.56537697</c:v>
                </c:pt>
                <c:pt idx="841">
                  <c:v>1633.8072481899999</c:v>
                </c:pt>
                <c:pt idx="842">
                  <c:v>1655.6671012199981</c:v>
                </c:pt>
                <c:pt idx="843">
                  <c:v>1614.6583242799968</c:v>
                </c:pt>
                <c:pt idx="844">
                  <c:v>1585.49230388</c:v>
                </c:pt>
                <c:pt idx="845">
                  <c:v>1652.5160273600011</c:v>
                </c:pt>
                <c:pt idx="846">
                  <c:v>1548.9294451799999</c:v>
                </c:pt>
                <c:pt idx="847">
                  <c:v>1548.56102108</c:v>
                </c:pt>
                <c:pt idx="848">
                  <c:v>1495.0596101799999</c:v>
                </c:pt>
                <c:pt idx="849">
                  <c:v>1471.2952528400001</c:v>
                </c:pt>
                <c:pt idx="850">
                  <c:v>1458.6305792799999</c:v>
                </c:pt>
                <c:pt idx="851">
                  <c:v>1440.7491117400011</c:v>
                </c:pt>
                <c:pt idx="852">
                  <c:v>1527.2703684099999</c:v>
                </c:pt>
                <c:pt idx="853">
                  <c:v>1465.5040022099981</c:v>
                </c:pt>
                <c:pt idx="854">
                  <c:v>1413.55820969</c:v>
                </c:pt>
                <c:pt idx="855">
                  <c:v>1415.1505874800011</c:v>
                </c:pt>
                <c:pt idx="856">
                  <c:v>1523.81709273</c:v>
                </c:pt>
                <c:pt idx="857">
                  <c:v>1440.5578797800019</c:v>
                </c:pt>
                <c:pt idx="858">
                  <c:v>1382.1062584800011</c:v>
                </c:pt>
                <c:pt idx="859">
                  <c:v>1342.7983047999999</c:v>
                </c:pt>
                <c:pt idx="860">
                  <c:v>1310.6188422199975</c:v>
                </c:pt>
                <c:pt idx="861">
                  <c:v>1288.9540941999999</c:v>
                </c:pt>
                <c:pt idx="862">
                  <c:v>1280.79979753</c:v>
                </c:pt>
                <c:pt idx="863">
                  <c:v>1320.9311898000001</c:v>
                </c:pt>
                <c:pt idx="864">
                  <c:v>1442.84346478</c:v>
                </c:pt>
                <c:pt idx="865">
                  <c:v>1420.8232258799978</c:v>
                </c:pt>
                <c:pt idx="866">
                  <c:v>1366.2839407099998</c:v>
                </c:pt>
                <c:pt idx="867">
                  <c:v>1359.3144522399975</c:v>
                </c:pt>
                <c:pt idx="868">
                  <c:v>1312.1946903799978</c:v>
                </c:pt>
                <c:pt idx="869">
                  <c:v>1290.7211743099999</c:v>
                </c:pt>
                <c:pt idx="870">
                  <c:v>1373.6645260099979</c:v>
                </c:pt>
                <c:pt idx="871">
                  <c:v>1341.4628625400001</c:v>
                </c:pt>
                <c:pt idx="872">
                  <c:v>1293.6038318099982</c:v>
                </c:pt>
                <c:pt idx="873">
                  <c:v>1286.7861531700019</c:v>
                </c:pt>
                <c:pt idx="874">
                  <c:v>1253.01590351</c:v>
                </c:pt>
                <c:pt idx="875">
                  <c:v>1226.22883632</c:v>
                </c:pt>
                <c:pt idx="876">
                  <c:v>1212.4047368899999</c:v>
                </c:pt>
                <c:pt idx="877">
                  <c:v>1337.6723892399971</c:v>
                </c:pt>
                <c:pt idx="878">
                  <c:v>1314.23392158</c:v>
                </c:pt>
                <c:pt idx="879">
                  <c:v>1284.02058633</c:v>
                </c:pt>
                <c:pt idx="880">
                  <c:v>1277.2992498599979</c:v>
                </c:pt>
                <c:pt idx="881">
                  <c:v>1266.00639759</c:v>
                </c:pt>
                <c:pt idx="882">
                  <c:v>1271.9178511600039</c:v>
                </c:pt>
                <c:pt idx="883">
                  <c:v>1255.1984376399976</c:v>
                </c:pt>
                <c:pt idx="884">
                  <c:v>1235.2653589700001</c:v>
                </c:pt>
                <c:pt idx="885">
                  <c:v>1205.0170970900001</c:v>
                </c:pt>
                <c:pt idx="886">
                  <c:v>1187.39588484</c:v>
                </c:pt>
                <c:pt idx="887">
                  <c:v>1182.69676581</c:v>
                </c:pt>
                <c:pt idx="888">
                  <c:v>1161.8386500900001</c:v>
                </c:pt>
                <c:pt idx="889">
                  <c:v>1150.7087426600001</c:v>
                </c:pt>
                <c:pt idx="890">
                  <c:v>1154.04489309</c:v>
                </c:pt>
                <c:pt idx="891">
                  <c:v>1158.55118945</c:v>
                </c:pt>
                <c:pt idx="892">
                  <c:v>1156.1936763499998</c:v>
                </c:pt>
                <c:pt idx="893">
                  <c:v>1185.4502985099998</c:v>
                </c:pt>
                <c:pt idx="894">
                  <c:v>1151.2038709000001</c:v>
                </c:pt>
                <c:pt idx="895">
                  <c:v>1151.7658784600019</c:v>
                </c:pt>
                <c:pt idx="896">
                  <c:v>1163.0932423899976</c:v>
                </c:pt>
                <c:pt idx="897">
                  <c:v>1313.00270591</c:v>
                </c:pt>
                <c:pt idx="898">
                  <c:v>1527.6136176699999</c:v>
                </c:pt>
                <c:pt idx="899">
                  <c:v>1477.4792724599999</c:v>
                </c:pt>
                <c:pt idx="900">
                  <c:v>1340.0415215</c:v>
                </c:pt>
                <c:pt idx="901">
                  <c:v>1286.79797981</c:v>
                </c:pt>
                <c:pt idx="902">
                  <c:v>1237.62508525</c:v>
                </c:pt>
                <c:pt idx="903">
                  <c:v>1238.0873617100001</c:v>
                </c:pt>
                <c:pt idx="904">
                  <c:v>1272.1606777100001</c:v>
                </c:pt>
                <c:pt idx="905">
                  <c:v>1250.3097465299998</c:v>
                </c:pt>
                <c:pt idx="906">
                  <c:v>1211.31820739</c:v>
                </c:pt>
                <c:pt idx="907">
                  <c:v>1183.0367644700011</c:v>
                </c:pt>
                <c:pt idx="908">
                  <c:v>1152.4540368599978</c:v>
                </c:pt>
                <c:pt idx="909">
                  <c:v>1167.4483513800021</c:v>
                </c:pt>
                <c:pt idx="910">
                  <c:v>1145.6806216699999</c:v>
                </c:pt>
                <c:pt idx="911">
                  <c:v>1171.5315859400018</c:v>
                </c:pt>
                <c:pt idx="912">
                  <c:v>1158.2250231200019</c:v>
                </c:pt>
                <c:pt idx="913">
                  <c:v>1135.83974904</c:v>
                </c:pt>
                <c:pt idx="914">
                  <c:v>1124.1290220999979</c:v>
                </c:pt>
                <c:pt idx="915">
                  <c:v>1115.3333894699999</c:v>
                </c:pt>
                <c:pt idx="916">
                  <c:v>1097.303846839997</c:v>
                </c:pt>
                <c:pt idx="917">
                  <c:v>1075.5355638300011</c:v>
                </c:pt>
                <c:pt idx="918">
                  <c:v>1046.3120701</c:v>
                </c:pt>
                <c:pt idx="919">
                  <c:v>1034.9299993100001</c:v>
                </c:pt>
                <c:pt idx="920">
                  <c:v>1032.9503162799979</c:v>
                </c:pt>
                <c:pt idx="921">
                  <c:v>1028.4152486800001</c:v>
                </c:pt>
                <c:pt idx="922">
                  <c:v>1028.0343063199975</c:v>
                </c:pt>
                <c:pt idx="923">
                  <c:v>1026.59726559</c:v>
                </c:pt>
                <c:pt idx="924">
                  <c:v>1030.5724004899998</c:v>
                </c:pt>
                <c:pt idx="925">
                  <c:v>1054.8403929599979</c:v>
                </c:pt>
                <c:pt idx="926">
                  <c:v>1246.3198801999999</c:v>
                </c:pt>
                <c:pt idx="927">
                  <c:v>1222.43123937</c:v>
                </c:pt>
                <c:pt idx="928">
                  <c:v>1477.2091962299999</c:v>
                </c:pt>
                <c:pt idx="929">
                  <c:v>1309.4868043600011</c:v>
                </c:pt>
                <c:pt idx="930">
                  <c:v>1238.4086867300011</c:v>
                </c:pt>
                <c:pt idx="931">
                  <c:v>1235.9440422299979</c:v>
                </c:pt>
                <c:pt idx="932">
                  <c:v>1367.44564891</c:v>
                </c:pt>
                <c:pt idx="933">
                  <c:v>1227.4198690700011</c:v>
                </c:pt>
                <c:pt idx="934">
                  <c:v>1222.2276274800024</c:v>
                </c:pt>
                <c:pt idx="935">
                  <c:v>1509.6327302699976</c:v>
                </c:pt>
                <c:pt idx="936">
                  <c:v>1733.4947387</c:v>
                </c:pt>
                <c:pt idx="937">
                  <c:v>1543.89288646</c:v>
                </c:pt>
                <c:pt idx="938">
                  <c:v>1411.9887935700001</c:v>
                </c:pt>
                <c:pt idx="939">
                  <c:v>1347.2767290199999</c:v>
                </c:pt>
                <c:pt idx="940">
                  <c:v>1325.7155851500029</c:v>
                </c:pt>
                <c:pt idx="941">
                  <c:v>1308.8501022199976</c:v>
                </c:pt>
                <c:pt idx="942">
                  <c:v>1297.8753243799979</c:v>
                </c:pt>
                <c:pt idx="943">
                  <c:v>1733.05649591</c:v>
                </c:pt>
                <c:pt idx="944">
                  <c:v>3617.7070218199997</c:v>
                </c:pt>
                <c:pt idx="945">
                  <c:v>5213.8510802600003</c:v>
                </c:pt>
                <c:pt idx="946">
                  <c:v>4786.3526958600114</c:v>
                </c:pt>
                <c:pt idx="947">
                  <c:v>4507.6024817400003</c:v>
                </c:pt>
                <c:pt idx="948">
                  <c:v>3860.79444693</c:v>
                </c:pt>
                <c:pt idx="949">
                  <c:v>4069.2451652499999</c:v>
                </c:pt>
                <c:pt idx="950">
                  <c:v>3455.1879374</c:v>
                </c:pt>
                <c:pt idx="951">
                  <c:v>3202.3108192900022</c:v>
                </c:pt>
                <c:pt idx="952">
                  <c:v>2967.0598930699998</c:v>
                </c:pt>
                <c:pt idx="953">
                  <c:v>3164.1243909</c:v>
                </c:pt>
                <c:pt idx="954">
                  <c:v>2986.2390406099998</c:v>
                </c:pt>
                <c:pt idx="955">
                  <c:v>2594.0375109300048</c:v>
                </c:pt>
                <c:pt idx="956">
                  <c:v>2503.86597162</c:v>
                </c:pt>
                <c:pt idx="957">
                  <c:v>2547.4746732400022</c:v>
                </c:pt>
                <c:pt idx="958">
                  <c:v>2318.8731207900037</c:v>
                </c:pt>
                <c:pt idx="959">
                  <c:v>2220.4082093899997</c:v>
                </c:pt>
                <c:pt idx="960">
                  <c:v>2064.8165458600001</c:v>
                </c:pt>
                <c:pt idx="961">
                  <c:v>2033.63854395</c:v>
                </c:pt>
                <c:pt idx="962">
                  <c:v>1869.7471627500001</c:v>
                </c:pt>
                <c:pt idx="963">
                  <c:v>1787.84628458</c:v>
                </c:pt>
                <c:pt idx="964">
                  <c:v>1810.1128080999979</c:v>
                </c:pt>
                <c:pt idx="965">
                  <c:v>1774.2265578100019</c:v>
                </c:pt>
                <c:pt idx="966">
                  <c:v>1896.4397897000019</c:v>
                </c:pt>
                <c:pt idx="967">
                  <c:v>2852.57696235</c:v>
                </c:pt>
                <c:pt idx="968">
                  <c:v>2597.2534238300022</c:v>
                </c:pt>
                <c:pt idx="969">
                  <c:v>3285.0538788500012</c:v>
                </c:pt>
                <c:pt idx="970">
                  <c:v>3847.4563464000012</c:v>
                </c:pt>
                <c:pt idx="971">
                  <c:v>3754.5817969600002</c:v>
                </c:pt>
                <c:pt idx="972">
                  <c:v>3581.2611846300001</c:v>
                </c:pt>
                <c:pt idx="973">
                  <c:v>3501.0398970900001</c:v>
                </c:pt>
                <c:pt idx="974">
                  <c:v>3107.7268705499987</c:v>
                </c:pt>
                <c:pt idx="975">
                  <c:v>3019.86342835</c:v>
                </c:pt>
                <c:pt idx="976">
                  <c:v>3120.4954940699999</c:v>
                </c:pt>
                <c:pt idx="977">
                  <c:v>3074.2320917399998</c:v>
                </c:pt>
                <c:pt idx="978">
                  <c:v>2866.0704691099959</c:v>
                </c:pt>
                <c:pt idx="979">
                  <c:v>2853.1871064100001</c:v>
                </c:pt>
                <c:pt idx="980">
                  <c:v>2825.0509029500022</c:v>
                </c:pt>
                <c:pt idx="981">
                  <c:v>2709.8587886999999</c:v>
                </c:pt>
                <c:pt idx="982">
                  <c:v>2721.4963426200002</c:v>
                </c:pt>
                <c:pt idx="983">
                  <c:v>2555.9297539100012</c:v>
                </c:pt>
                <c:pt idx="984">
                  <c:v>2436.8369572700058</c:v>
                </c:pt>
                <c:pt idx="985">
                  <c:v>2469.8100497700002</c:v>
                </c:pt>
                <c:pt idx="986">
                  <c:v>2561.4388250099987</c:v>
                </c:pt>
                <c:pt idx="987">
                  <c:v>2484.4168515800002</c:v>
                </c:pt>
                <c:pt idx="988">
                  <c:v>2185.3822089700002</c:v>
                </c:pt>
                <c:pt idx="989">
                  <c:v>2209.7694706999987</c:v>
                </c:pt>
                <c:pt idx="990">
                  <c:v>2079.0179739600012</c:v>
                </c:pt>
                <c:pt idx="991">
                  <c:v>2301.7250088000001</c:v>
                </c:pt>
                <c:pt idx="992">
                  <c:v>1995.0575829300001</c:v>
                </c:pt>
                <c:pt idx="993">
                  <c:v>1901.6328612299999</c:v>
                </c:pt>
                <c:pt idx="994">
                  <c:v>1830.4934317999998</c:v>
                </c:pt>
                <c:pt idx="995">
                  <c:v>1800.1423957099998</c:v>
                </c:pt>
                <c:pt idx="996">
                  <c:v>1766.1693640999979</c:v>
                </c:pt>
                <c:pt idx="997">
                  <c:v>1766.6830968299973</c:v>
                </c:pt>
                <c:pt idx="998">
                  <c:v>1896.3858090399999</c:v>
                </c:pt>
                <c:pt idx="999">
                  <c:v>1793.3251320299998</c:v>
                </c:pt>
                <c:pt idx="1000">
                  <c:v>2032.34305982</c:v>
                </c:pt>
                <c:pt idx="1001">
                  <c:v>2259.1811199100002</c:v>
                </c:pt>
                <c:pt idx="1002">
                  <c:v>2197.7243126000012</c:v>
                </c:pt>
                <c:pt idx="1003">
                  <c:v>1938.7057179200021</c:v>
                </c:pt>
                <c:pt idx="1004">
                  <c:v>1971.4743426599975</c:v>
                </c:pt>
                <c:pt idx="1005">
                  <c:v>1831.6862973299999</c:v>
                </c:pt>
                <c:pt idx="1006">
                  <c:v>1836.4417485299998</c:v>
                </c:pt>
                <c:pt idx="1007">
                  <c:v>1768.01027428</c:v>
                </c:pt>
                <c:pt idx="1008">
                  <c:v>1661.3273942599976</c:v>
                </c:pt>
                <c:pt idx="1009">
                  <c:v>1633.20325951</c:v>
                </c:pt>
                <c:pt idx="1010">
                  <c:v>1597.2396865000001</c:v>
                </c:pt>
                <c:pt idx="1011">
                  <c:v>1685.35805854</c:v>
                </c:pt>
                <c:pt idx="1012">
                  <c:v>1654.7235288499999</c:v>
                </c:pt>
                <c:pt idx="1013">
                  <c:v>1652.7650092900001</c:v>
                </c:pt>
                <c:pt idx="1014">
                  <c:v>1666.7687906900001</c:v>
                </c:pt>
                <c:pt idx="1015">
                  <c:v>1658.4639291200001</c:v>
                </c:pt>
                <c:pt idx="1016">
                  <c:v>1947.97832386</c:v>
                </c:pt>
                <c:pt idx="1017">
                  <c:v>1820.1419387299998</c:v>
                </c:pt>
                <c:pt idx="1018">
                  <c:v>1779.4858170400018</c:v>
                </c:pt>
                <c:pt idx="1019">
                  <c:v>1739.9926484600001</c:v>
                </c:pt>
                <c:pt idx="1020">
                  <c:v>1797.3979231799999</c:v>
                </c:pt>
                <c:pt idx="1021">
                  <c:v>1974.1334178399968</c:v>
                </c:pt>
                <c:pt idx="1022">
                  <c:v>2102.7123915900002</c:v>
                </c:pt>
                <c:pt idx="1023">
                  <c:v>2131.5350589900022</c:v>
                </c:pt>
                <c:pt idx="1024">
                  <c:v>3129.2480389999987</c:v>
                </c:pt>
                <c:pt idx="1025">
                  <c:v>3298.5427517799999</c:v>
                </c:pt>
                <c:pt idx="1026">
                  <c:v>3196.8167562700078</c:v>
                </c:pt>
                <c:pt idx="1027">
                  <c:v>2852.0558984899999</c:v>
                </c:pt>
                <c:pt idx="1028">
                  <c:v>2502.4419332800057</c:v>
                </c:pt>
                <c:pt idx="1029">
                  <c:v>2411.6343142800042</c:v>
                </c:pt>
                <c:pt idx="1030">
                  <c:v>2363.1653469900002</c:v>
                </c:pt>
                <c:pt idx="1031">
                  <c:v>2376.8573476700058</c:v>
                </c:pt>
                <c:pt idx="1032">
                  <c:v>2419.4126136500022</c:v>
                </c:pt>
                <c:pt idx="1033">
                  <c:v>2585.8947296800002</c:v>
                </c:pt>
                <c:pt idx="1034">
                  <c:v>2709.7040740899997</c:v>
                </c:pt>
                <c:pt idx="1035">
                  <c:v>3807.1537790500001</c:v>
                </c:pt>
                <c:pt idx="1036">
                  <c:v>3553.9771910000022</c:v>
                </c:pt>
                <c:pt idx="1037">
                  <c:v>3251.49560965</c:v>
                </c:pt>
                <c:pt idx="1038">
                  <c:v>3207.7822664499959</c:v>
                </c:pt>
                <c:pt idx="1039">
                  <c:v>3423.1414726700036</c:v>
                </c:pt>
                <c:pt idx="1040">
                  <c:v>3239.1731479200002</c:v>
                </c:pt>
                <c:pt idx="1041">
                  <c:v>3214.9992152900022</c:v>
                </c:pt>
                <c:pt idx="1042">
                  <c:v>2841.1143873999999</c:v>
                </c:pt>
                <c:pt idx="1043">
                  <c:v>2418.4820782500001</c:v>
                </c:pt>
                <c:pt idx="1044">
                  <c:v>2261.0277359199999</c:v>
                </c:pt>
                <c:pt idx="1045">
                  <c:v>2199.8743494099999</c:v>
                </c:pt>
                <c:pt idx="1046">
                  <c:v>2087.3007816099998</c:v>
                </c:pt>
                <c:pt idx="1047">
                  <c:v>2286.6838545400001</c:v>
                </c:pt>
                <c:pt idx="1048">
                  <c:v>2263.1447048199998</c:v>
                </c:pt>
                <c:pt idx="1049">
                  <c:v>2094.7603754599959</c:v>
                </c:pt>
                <c:pt idx="1050">
                  <c:v>2040.8592966799981</c:v>
                </c:pt>
                <c:pt idx="1051">
                  <c:v>2024.1474909399976</c:v>
                </c:pt>
                <c:pt idx="1052">
                  <c:v>1992.9711489099998</c:v>
                </c:pt>
                <c:pt idx="1053">
                  <c:v>2236.4358075800042</c:v>
                </c:pt>
                <c:pt idx="1054">
                  <c:v>2102.0075738800042</c:v>
                </c:pt>
                <c:pt idx="1055">
                  <c:v>2206.0112180800043</c:v>
                </c:pt>
                <c:pt idx="1056">
                  <c:v>2033.31891339</c:v>
                </c:pt>
                <c:pt idx="1057">
                  <c:v>1991.1014501999998</c:v>
                </c:pt>
                <c:pt idx="1058">
                  <c:v>2049.0042738100001</c:v>
                </c:pt>
                <c:pt idx="1059">
                  <c:v>2163.62642693</c:v>
                </c:pt>
                <c:pt idx="1060">
                  <c:v>2168.4204357399999</c:v>
                </c:pt>
                <c:pt idx="1061">
                  <c:v>2273.3570619400002</c:v>
                </c:pt>
                <c:pt idx="1062">
                  <c:v>2388.0562784199997</c:v>
                </c:pt>
                <c:pt idx="1063">
                  <c:v>4133.2921713900014</c:v>
                </c:pt>
                <c:pt idx="1064">
                  <c:v>6646.0574105600008</c:v>
                </c:pt>
                <c:pt idx="1065">
                  <c:v>6900.8057662300007</c:v>
                </c:pt>
                <c:pt idx="1066">
                  <c:v>6897.2165533299994</c:v>
                </c:pt>
                <c:pt idx="1067">
                  <c:v>6439.3625681700105</c:v>
                </c:pt>
                <c:pt idx="1068">
                  <c:v>6019.5768141399994</c:v>
                </c:pt>
                <c:pt idx="1069">
                  <c:v>6151.0077376199997</c:v>
                </c:pt>
                <c:pt idx="1070">
                  <c:v>5750.4536248300001</c:v>
                </c:pt>
                <c:pt idx="1071">
                  <c:v>5059.0717375899994</c:v>
                </c:pt>
                <c:pt idx="1072">
                  <c:v>4518.60471676</c:v>
                </c:pt>
                <c:pt idx="1073">
                  <c:v>3943.96409554</c:v>
                </c:pt>
                <c:pt idx="1074">
                  <c:v>3688.3990791299998</c:v>
                </c:pt>
                <c:pt idx="1075">
                  <c:v>3711.0666710499959</c:v>
                </c:pt>
                <c:pt idx="1076">
                  <c:v>3348.2308314499987</c:v>
                </c:pt>
                <c:pt idx="1077">
                  <c:v>3349.4595573000042</c:v>
                </c:pt>
                <c:pt idx="1078">
                  <c:v>3361.0232465800036</c:v>
                </c:pt>
                <c:pt idx="1079">
                  <c:v>3202.5457614099987</c:v>
                </c:pt>
                <c:pt idx="1080">
                  <c:v>2997.7358505800012</c:v>
                </c:pt>
                <c:pt idx="1081">
                  <c:v>2877.4756398900022</c:v>
                </c:pt>
                <c:pt idx="1082">
                  <c:v>2752.8910971400037</c:v>
                </c:pt>
                <c:pt idx="1083">
                  <c:v>2660.3136661500002</c:v>
                </c:pt>
                <c:pt idx="1084">
                  <c:v>2593.1513081500002</c:v>
                </c:pt>
                <c:pt idx="1085">
                  <c:v>2341.2967449999987</c:v>
                </c:pt>
                <c:pt idx="1086">
                  <c:v>2246.77965829</c:v>
                </c:pt>
                <c:pt idx="1087">
                  <c:v>2199.3025641300001</c:v>
                </c:pt>
                <c:pt idx="1088">
                  <c:v>2143.9753808100022</c:v>
                </c:pt>
                <c:pt idx="1089">
                  <c:v>2275.5893233000002</c:v>
                </c:pt>
                <c:pt idx="1090">
                  <c:v>2251.2053294599987</c:v>
                </c:pt>
                <c:pt idx="1091">
                  <c:v>2351.1199122400067</c:v>
                </c:pt>
                <c:pt idx="1092">
                  <c:v>2379.6225686999987</c:v>
                </c:pt>
                <c:pt idx="1093">
                  <c:v>2341.1719946800022</c:v>
                </c:pt>
                <c:pt idx="1094">
                  <c:v>2278.6489827599953</c:v>
                </c:pt>
                <c:pt idx="1095">
                  <c:v>2229.1065575100001</c:v>
                </c:pt>
                <c:pt idx="1096">
                  <c:v>2105.1659529400022</c:v>
                </c:pt>
                <c:pt idx="1097">
                  <c:v>2061.2282320599998</c:v>
                </c:pt>
                <c:pt idx="1098">
                  <c:v>2213.5336107000012</c:v>
                </c:pt>
                <c:pt idx="1099">
                  <c:v>2822.4075447499999</c:v>
                </c:pt>
                <c:pt idx="1100">
                  <c:v>2738.7344684999953</c:v>
                </c:pt>
                <c:pt idx="1101">
                  <c:v>2953.76342785</c:v>
                </c:pt>
                <c:pt idx="1102">
                  <c:v>2519.8694583299998</c:v>
                </c:pt>
                <c:pt idx="1103">
                  <c:v>2421.5221822500002</c:v>
                </c:pt>
                <c:pt idx="1104">
                  <c:v>2237.8252045800036</c:v>
                </c:pt>
                <c:pt idx="1105">
                  <c:v>2299.54323544</c:v>
                </c:pt>
                <c:pt idx="1106">
                  <c:v>2792.5384270300001</c:v>
                </c:pt>
                <c:pt idx="1107">
                  <c:v>2829.1595889999999</c:v>
                </c:pt>
                <c:pt idx="1108">
                  <c:v>2497.0877151099999</c:v>
                </c:pt>
                <c:pt idx="1109">
                  <c:v>2542.0809983499998</c:v>
                </c:pt>
                <c:pt idx="1110">
                  <c:v>2223.6850709999999</c:v>
                </c:pt>
                <c:pt idx="1111">
                  <c:v>2177.4186687799997</c:v>
                </c:pt>
                <c:pt idx="1112">
                  <c:v>2234.9619987900001</c:v>
                </c:pt>
                <c:pt idx="1113">
                  <c:v>2150.7485971599958</c:v>
                </c:pt>
                <c:pt idx="1114">
                  <c:v>2372.1290078400002</c:v>
                </c:pt>
                <c:pt idx="1115">
                  <c:v>2888.7898631099943</c:v>
                </c:pt>
                <c:pt idx="1116">
                  <c:v>3820.8022770600001</c:v>
                </c:pt>
                <c:pt idx="1117">
                  <c:v>4830.7450681200007</c:v>
                </c:pt>
                <c:pt idx="1118">
                  <c:v>5977.7052456400006</c:v>
                </c:pt>
                <c:pt idx="1119">
                  <c:v>4933.87283192</c:v>
                </c:pt>
                <c:pt idx="1120">
                  <c:v>4390.8313378899993</c:v>
                </c:pt>
                <c:pt idx="1121">
                  <c:v>4648.7600228000001</c:v>
                </c:pt>
                <c:pt idx="1122">
                  <c:v>4703.2887262399991</c:v>
                </c:pt>
                <c:pt idx="1123">
                  <c:v>4832.8378995999992</c:v>
                </c:pt>
                <c:pt idx="1124">
                  <c:v>4899.4153921200004</c:v>
                </c:pt>
                <c:pt idx="1125">
                  <c:v>4841.0230423600005</c:v>
                </c:pt>
                <c:pt idx="1126">
                  <c:v>4804.7303290600003</c:v>
                </c:pt>
                <c:pt idx="1127">
                  <c:v>4330.1436513400004</c:v>
                </c:pt>
                <c:pt idx="1128">
                  <c:v>4223.5286189100007</c:v>
                </c:pt>
                <c:pt idx="1129">
                  <c:v>4305.4606889800007</c:v>
                </c:pt>
                <c:pt idx="1130">
                  <c:v>4365.1873052699993</c:v>
                </c:pt>
                <c:pt idx="1131">
                  <c:v>4073.8666849199958</c:v>
                </c:pt>
                <c:pt idx="1132">
                  <c:v>3854.5983931800001</c:v>
                </c:pt>
                <c:pt idx="1133">
                  <c:v>3609.3238001</c:v>
                </c:pt>
                <c:pt idx="1134">
                  <c:v>3488.8877805000002</c:v>
                </c:pt>
                <c:pt idx="1135">
                  <c:v>4043.8003181800036</c:v>
                </c:pt>
                <c:pt idx="1136">
                  <c:v>5037.7727163599993</c:v>
                </c:pt>
                <c:pt idx="1137">
                  <c:v>5128.6021558600014</c:v>
                </c:pt>
                <c:pt idx="1138">
                  <c:v>4954.3524259400001</c:v>
                </c:pt>
                <c:pt idx="1139">
                  <c:v>4468.1385685400001</c:v>
                </c:pt>
                <c:pt idx="1140">
                  <c:v>4328.3588658400004</c:v>
                </c:pt>
                <c:pt idx="1141">
                  <c:v>3579.9976013199998</c:v>
                </c:pt>
                <c:pt idx="1142">
                  <c:v>3722.3115251400022</c:v>
                </c:pt>
                <c:pt idx="1143">
                  <c:v>3671.9521625000052</c:v>
                </c:pt>
                <c:pt idx="1144">
                  <c:v>4063.5326897399987</c:v>
                </c:pt>
                <c:pt idx="1145">
                  <c:v>4067.2515115800043</c:v>
                </c:pt>
                <c:pt idx="1146">
                  <c:v>3823.1165641399998</c:v>
                </c:pt>
                <c:pt idx="1147">
                  <c:v>4024.5338194699998</c:v>
                </c:pt>
                <c:pt idx="1148">
                  <c:v>3561.1114916800002</c:v>
                </c:pt>
                <c:pt idx="1149">
                  <c:v>3353.6957082600002</c:v>
                </c:pt>
                <c:pt idx="1150">
                  <c:v>3080.7645477499987</c:v>
                </c:pt>
                <c:pt idx="1151">
                  <c:v>3008.4988554599959</c:v>
                </c:pt>
                <c:pt idx="1152">
                  <c:v>3172.6094877199953</c:v>
                </c:pt>
                <c:pt idx="1153">
                  <c:v>3019.6562892199959</c:v>
                </c:pt>
                <c:pt idx="1154">
                  <c:v>3311.3130351800037</c:v>
                </c:pt>
                <c:pt idx="1155">
                  <c:v>3169.1113607100001</c:v>
                </c:pt>
                <c:pt idx="1156">
                  <c:v>2995.3231464700052</c:v>
                </c:pt>
                <c:pt idx="1157">
                  <c:v>2861.9352249900012</c:v>
                </c:pt>
                <c:pt idx="1158">
                  <c:v>2462.1713186100042</c:v>
                </c:pt>
                <c:pt idx="1159">
                  <c:v>2209.2811721700036</c:v>
                </c:pt>
                <c:pt idx="1160">
                  <c:v>2163.2460551499953</c:v>
                </c:pt>
                <c:pt idx="1161">
                  <c:v>2220.86099341</c:v>
                </c:pt>
                <c:pt idx="1162">
                  <c:v>2214.3654524300036</c:v>
                </c:pt>
                <c:pt idx="1163">
                  <c:v>2401.6023826099999</c:v>
                </c:pt>
                <c:pt idx="1164">
                  <c:v>2411.54035819</c:v>
                </c:pt>
                <c:pt idx="1165">
                  <c:v>2242.6297432599999</c:v>
                </c:pt>
                <c:pt idx="1166">
                  <c:v>2002.9653874800019</c:v>
                </c:pt>
                <c:pt idx="1167">
                  <c:v>2057.8455704200001</c:v>
                </c:pt>
                <c:pt idx="1168">
                  <c:v>1970.0247317999999</c:v>
                </c:pt>
                <c:pt idx="1169">
                  <c:v>1851.0624172499981</c:v>
                </c:pt>
                <c:pt idx="1170">
                  <c:v>1757.0802440199971</c:v>
                </c:pt>
                <c:pt idx="1171">
                  <c:v>1692.9209193600011</c:v>
                </c:pt>
                <c:pt idx="1172">
                  <c:v>1623.5226344299999</c:v>
                </c:pt>
                <c:pt idx="1173">
                  <c:v>1603.9296235800011</c:v>
                </c:pt>
                <c:pt idx="1174">
                  <c:v>1563.5081673600018</c:v>
                </c:pt>
                <c:pt idx="1175">
                  <c:v>1525.24490038</c:v>
                </c:pt>
                <c:pt idx="1176">
                  <c:v>1496.0930926899998</c:v>
                </c:pt>
                <c:pt idx="1177">
                  <c:v>1491.4881718199999</c:v>
                </c:pt>
                <c:pt idx="1178">
                  <c:v>1425.66191312</c:v>
                </c:pt>
                <c:pt idx="1179">
                  <c:v>1430.4557836200024</c:v>
                </c:pt>
                <c:pt idx="1180">
                  <c:v>1618.7368558500011</c:v>
                </c:pt>
                <c:pt idx="1181">
                  <c:v>1533.1946168899976</c:v>
                </c:pt>
                <c:pt idx="1182">
                  <c:v>1668.2297267700001</c:v>
                </c:pt>
                <c:pt idx="1183">
                  <c:v>1775.7722860699998</c:v>
                </c:pt>
                <c:pt idx="1184">
                  <c:v>1586.7829985599976</c:v>
                </c:pt>
                <c:pt idx="1185">
                  <c:v>1506.3837926799981</c:v>
                </c:pt>
                <c:pt idx="1186">
                  <c:v>1429.8333287799978</c:v>
                </c:pt>
                <c:pt idx="1187">
                  <c:v>1379.0980034300001</c:v>
                </c:pt>
                <c:pt idx="1188">
                  <c:v>1405.0641910099998</c:v>
                </c:pt>
                <c:pt idx="1189">
                  <c:v>1359.2524834000001</c:v>
                </c:pt>
                <c:pt idx="1190">
                  <c:v>1334.5634348199956</c:v>
                </c:pt>
                <c:pt idx="1191">
                  <c:v>1505.3831619499999</c:v>
                </c:pt>
                <c:pt idx="1192">
                  <c:v>1403.8732274199979</c:v>
                </c:pt>
                <c:pt idx="1193">
                  <c:v>1361.7239749099999</c:v>
                </c:pt>
                <c:pt idx="1194">
                  <c:v>1338.9800976800011</c:v>
                </c:pt>
                <c:pt idx="1195">
                  <c:v>1341.6475932999999</c:v>
                </c:pt>
                <c:pt idx="1196">
                  <c:v>1284.4039493499999</c:v>
                </c:pt>
                <c:pt idx="1197">
                  <c:v>1264.6058742099999</c:v>
                </c:pt>
                <c:pt idx="1198">
                  <c:v>1247.2981717100001</c:v>
                </c:pt>
                <c:pt idx="1199">
                  <c:v>1235.6220255899998</c:v>
                </c:pt>
                <c:pt idx="1200">
                  <c:v>1217.5932437499998</c:v>
                </c:pt>
                <c:pt idx="1201">
                  <c:v>1187.6813841299982</c:v>
                </c:pt>
                <c:pt idx="1202">
                  <c:v>1156.7152935000001</c:v>
                </c:pt>
                <c:pt idx="1203">
                  <c:v>1128.3192497299999</c:v>
                </c:pt>
                <c:pt idx="1204">
                  <c:v>1121.3875926799999</c:v>
                </c:pt>
                <c:pt idx="1205">
                  <c:v>1089.12548193</c:v>
                </c:pt>
                <c:pt idx="1206">
                  <c:v>1062.0911618499999</c:v>
                </c:pt>
                <c:pt idx="1207">
                  <c:v>1048.1371076800001</c:v>
                </c:pt>
                <c:pt idx="1208">
                  <c:v>1055.6996572800001</c:v>
                </c:pt>
                <c:pt idx="1209">
                  <c:v>1064.6978643699999</c:v>
                </c:pt>
                <c:pt idx="1210">
                  <c:v>1074.3825699900001</c:v>
                </c:pt>
                <c:pt idx="1211">
                  <c:v>1062.5271568799999</c:v>
                </c:pt>
                <c:pt idx="1212">
                  <c:v>1043.46620659</c:v>
                </c:pt>
                <c:pt idx="1213">
                  <c:v>1037.8776687600011</c:v>
                </c:pt>
                <c:pt idx="1214">
                  <c:v>1065.7488447799999</c:v>
                </c:pt>
                <c:pt idx="1215">
                  <c:v>1421.0391485499979</c:v>
                </c:pt>
                <c:pt idx="1216">
                  <c:v>1270.2736021400001</c:v>
                </c:pt>
                <c:pt idx="1217">
                  <c:v>1214.2624187599981</c:v>
                </c:pt>
                <c:pt idx="1218">
                  <c:v>1179.5771604900001</c:v>
                </c:pt>
                <c:pt idx="1219">
                  <c:v>1163.1789336699999</c:v>
                </c:pt>
                <c:pt idx="1220">
                  <c:v>1130.8000780499999</c:v>
                </c:pt>
                <c:pt idx="1221">
                  <c:v>1112.10015157</c:v>
                </c:pt>
                <c:pt idx="1222">
                  <c:v>1119.4040366099998</c:v>
                </c:pt>
                <c:pt idx="1223">
                  <c:v>1104.5828336899999</c:v>
                </c:pt>
                <c:pt idx="1224">
                  <c:v>1083.34564297</c:v>
                </c:pt>
                <c:pt idx="1225">
                  <c:v>1071.6697735</c:v>
                </c:pt>
                <c:pt idx="1226">
                  <c:v>1059.3400497999999</c:v>
                </c:pt>
                <c:pt idx="1227">
                  <c:v>1039.5890045899998</c:v>
                </c:pt>
                <c:pt idx="1228">
                  <c:v>1051.6061867999999</c:v>
                </c:pt>
                <c:pt idx="1229">
                  <c:v>1042.4409543199999</c:v>
                </c:pt>
                <c:pt idx="1230">
                  <c:v>1026.9098762399999</c:v>
                </c:pt>
                <c:pt idx="1231">
                  <c:v>1075.4913695400001</c:v>
                </c:pt>
                <c:pt idx="1232">
                  <c:v>1065.4019299500001</c:v>
                </c:pt>
                <c:pt idx="1233">
                  <c:v>1063.11226442</c:v>
                </c:pt>
                <c:pt idx="1234">
                  <c:v>1038.8238001099999</c:v>
                </c:pt>
                <c:pt idx="1235">
                  <c:v>1032.3777961599999</c:v>
                </c:pt>
                <c:pt idx="1236">
                  <c:v>998.34570050000002</c:v>
                </c:pt>
                <c:pt idx="1237">
                  <c:v>981.29195957000104</c:v>
                </c:pt>
                <c:pt idx="1238">
                  <c:v>978.54914692</c:v>
                </c:pt>
                <c:pt idx="1239">
                  <c:v>999.70043887000054</c:v>
                </c:pt>
                <c:pt idx="1240">
                  <c:v>1000.15828898</c:v>
                </c:pt>
                <c:pt idx="1241">
                  <c:v>975.09244774000001</c:v>
                </c:pt>
                <c:pt idx="1242">
                  <c:v>983.73516396000002</c:v>
                </c:pt>
                <c:pt idx="1243">
                  <c:v>992.48314421000055</c:v>
                </c:pt>
                <c:pt idx="1244">
                  <c:v>984.48183312000003</c:v>
                </c:pt>
                <c:pt idx="1245">
                  <c:v>955.66521735999947</c:v>
                </c:pt>
                <c:pt idx="1246">
                  <c:v>1139.0229139099999</c:v>
                </c:pt>
                <c:pt idx="1247">
                  <c:v>1065.6016687900001</c:v>
                </c:pt>
                <c:pt idx="1248">
                  <c:v>1047.18641166</c:v>
                </c:pt>
                <c:pt idx="1249">
                  <c:v>1093.4999561800018</c:v>
                </c:pt>
                <c:pt idx="1250">
                  <c:v>1343.7440903499999</c:v>
                </c:pt>
                <c:pt idx="1251">
                  <c:v>2043.0087888400001</c:v>
                </c:pt>
                <c:pt idx="1252">
                  <c:v>3004.3867113299998</c:v>
                </c:pt>
                <c:pt idx="1253">
                  <c:v>4417.0951972099992</c:v>
                </c:pt>
                <c:pt idx="1254">
                  <c:v>3008.8189355600002</c:v>
                </c:pt>
                <c:pt idx="1255">
                  <c:v>2022.7894673999999</c:v>
                </c:pt>
                <c:pt idx="1256">
                  <c:v>1737.4202501100001</c:v>
                </c:pt>
                <c:pt idx="1257">
                  <c:v>1904.4990236799999</c:v>
                </c:pt>
                <c:pt idx="1258">
                  <c:v>2425.6577030100002</c:v>
                </c:pt>
                <c:pt idx="1259">
                  <c:v>2616.8565668600022</c:v>
                </c:pt>
                <c:pt idx="1260">
                  <c:v>2378.5712079000036</c:v>
                </c:pt>
                <c:pt idx="1261">
                  <c:v>2304.2642095499987</c:v>
                </c:pt>
                <c:pt idx="1262">
                  <c:v>2140.0501028100057</c:v>
                </c:pt>
                <c:pt idx="1263">
                  <c:v>1960.0287036600018</c:v>
                </c:pt>
                <c:pt idx="1264">
                  <c:v>1839.0600356299999</c:v>
                </c:pt>
                <c:pt idx="1265">
                  <c:v>1756.1852231299999</c:v>
                </c:pt>
                <c:pt idx="1266">
                  <c:v>1681.6829814499999</c:v>
                </c:pt>
                <c:pt idx="1267">
                  <c:v>1642.93924849</c:v>
                </c:pt>
                <c:pt idx="1268">
                  <c:v>1590.5534841399976</c:v>
                </c:pt>
                <c:pt idx="1269">
                  <c:v>1547.27910993</c:v>
                </c:pt>
                <c:pt idx="1270">
                  <c:v>1532.7756356200011</c:v>
                </c:pt>
                <c:pt idx="1271">
                  <c:v>1509.17972147</c:v>
                </c:pt>
                <c:pt idx="1272">
                  <c:v>1474.1966531500011</c:v>
                </c:pt>
                <c:pt idx="1273">
                  <c:v>1427.9661717600031</c:v>
                </c:pt>
                <c:pt idx="1274">
                  <c:v>1381.5134048399971</c:v>
                </c:pt>
                <c:pt idx="1275">
                  <c:v>1339.1559065899999</c:v>
                </c:pt>
                <c:pt idx="1276">
                  <c:v>1428.2076150800021</c:v>
                </c:pt>
                <c:pt idx="1277">
                  <c:v>1399.5405268</c:v>
                </c:pt>
                <c:pt idx="1278">
                  <c:v>1361.3390903299999</c:v>
                </c:pt>
                <c:pt idx="1279">
                  <c:v>1313.2133722999981</c:v>
                </c:pt>
                <c:pt idx="1280">
                  <c:v>1275.6277511400021</c:v>
                </c:pt>
                <c:pt idx="1281">
                  <c:v>1266.3120229199976</c:v>
                </c:pt>
                <c:pt idx="1282">
                  <c:v>1239.0452505400001</c:v>
                </c:pt>
                <c:pt idx="1283">
                  <c:v>1255.4214839599999</c:v>
                </c:pt>
                <c:pt idx="1284">
                  <c:v>1249.6738743399978</c:v>
                </c:pt>
                <c:pt idx="1285">
                  <c:v>1236.9788388099998</c:v>
                </c:pt>
                <c:pt idx="1286">
                  <c:v>1318.8774346499979</c:v>
                </c:pt>
                <c:pt idx="1287">
                  <c:v>1624.5614423899976</c:v>
                </c:pt>
                <c:pt idx="1288">
                  <c:v>1549.9360238100001</c:v>
                </c:pt>
                <c:pt idx="1289">
                  <c:v>1512.30970103</c:v>
                </c:pt>
                <c:pt idx="1290">
                  <c:v>1616.49899239</c:v>
                </c:pt>
                <c:pt idx="1291">
                  <c:v>1935.2759226200001</c:v>
                </c:pt>
                <c:pt idx="1292">
                  <c:v>2537.0434022100012</c:v>
                </c:pt>
                <c:pt idx="1293">
                  <c:v>1833.3547183499998</c:v>
                </c:pt>
                <c:pt idx="1294">
                  <c:v>2281.3843951099998</c:v>
                </c:pt>
                <c:pt idx="1295">
                  <c:v>2236.8455644199998</c:v>
                </c:pt>
                <c:pt idx="1296">
                  <c:v>2872.6711185000058</c:v>
                </c:pt>
                <c:pt idx="1297">
                  <c:v>2530.3477592900012</c:v>
                </c:pt>
                <c:pt idx="1298">
                  <c:v>2380.1601621899999</c:v>
                </c:pt>
                <c:pt idx="1299">
                  <c:v>2200.9684607499953</c:v>
                </c:pt>
                <c:pt idx="1300">
                  <c:v>1924.32151288</c:v>
                </c:pt>
                <c:pt idx="1301">
                  <c:v>1920.1039664</c:v>
                </c:pt>
                <c:pt idx="1302">
                  <c:v>1777.7854433299999</c:v>
                </c:pt>
                <c:pt idx="1303">
                  <c:v>1724.36695725</c:v>
                </c:pt>
                <c:pt idx="1304">
                  <c:v>1705.9903268899998</c:v>
                </c:pt>
                <c:pt idx="1305">
                  <c:v>1695.3081028199979</c:v>
                </c:pt>
                <c:pt idx="1306">
                  <c:v>1816.0700466799976</c:v>
                </c:pt>
                <c:pt idx="1307">
                  <c:v>1716.6672601</c:v>
                </c:pt>
                <c:pt idx="1308">
                  <c:v>1699.2553655800011</c:v>
                </c:pt>
                <c:pt idx="1309">
                  <c:v>1674.6230641299999</c:v>
                </c:pt>
                <c:pt idx="1310">
                  <c:v>1655.8660792799999</c:v>
                </c:pt>
                <c:pt idx="1311">
                  <c:v>1626.16862077</c:v>
                </c:pt>
                <c:pt idx="1312">
                  <c:v>1590.0206628000001</c:v>
                </c:pt>
                <c:pt idx="1313">
                  <c:v>1557.4141961999999</c:v>
                </c:pt>
                <c:pt idx="1314">
                  <c:v>1578.0304536399999</c:v>
                </c:pt>
                <c:pt idx="1315">
                  <c:v>1572.8259012799999</c:v>
                </c:pt>
                <c:pt idx="1316">
                  <c:v>2006.8428661400001</c:v>
                </c:pt>
                <c:pt idx="1317">
                  <c:v>1908.68786808</c:v>
                </c:pt>
                <c:pt idx="1318">
                  <c:v>1716.5958507000018</c:v>
                </c:pt>
                <c:pt idx="1319">
                  <c:v>1609.5579985299998</c:v>
                </c:pt>
                <c:pt idx="1320">
                  <c:v>1548.8119395399976</c:v>
                </c:pt>
                <c:pt idx="1321">
                  <c:v>1563.6601846699998</c:v>
                </c:pt>
                <c:pt idx="1322">
                  <c:v>1814.88530765</c:v>
                </c:pt>
                <c:pt idx="1323">
                  <c:v>2596.4467915300002</c:v>
                </c:pt>
                <c:pt idx="1324">
                  <c:v>2629.4334051300002</c:v>
                </c:pt>
                <c:pt idx="1325">
                  <c:v>2537.6794818899998</c:v>
                </c:pt>
                <c:pt idx="1326">
                  <c:v>2638.5269861399997</c:v>
                </c:pt>
                <c:pt idx="1327">
                  <c:v>2391.2257838599999</c:v>
                </c:pt>
                <c:pt idx="1328">
                  <c:v>2034.8119404699999</c:v>
                </c:pt>
                <c:pt idx="1329">
                  <c:v>1931.4152156700011</c:v>
                </c:pt>
                <c:pt idx="1330">
                  <c:v>1907.9095574700034</c:v>
                </c:pt>
                <c:pt idx="1331">
                  <c:v>1874.1247146999976</c:v>
                </c:pt>
                <c:pt idx="1332">
                  <c:v>2158.0950166100042</c:v>
                </c:pt>
                <c:pt idx="1333">
                  <c:v>2122.8615485400037</c:v>
                </c:pt>
                <c:pt idx="1334">
                  <c:v>2287.5500523200012</c:v>
                </c:pt>
                <c:pt idx="1335">
                  <c:v>1962.93102901</c:v>
                </c:pt>
                <c:pt idx="1336">
                  <c:v>1873.4877705000001</c:v>
                </c:pt>
                <c:pt idx="1337">
                  <c:v>1806.1987429399978</c:v>
                </c:pt>
                <c:pt idx="1338">
                  <c:v>1773.4284323899999</c:v>
                </c:pt>
                <c:pt idx="1339">
                  <c:v>1711.3781921999998</c:v>
                </c:pt>
                <c:pt idx="1340">
                  <c:v>1800.1271455699998</c:v>
                </c:pt>
                <c:pt idx="1341">
                  <c:v>2207.2363820999999</c:v>
                </c:pt>
                <c:pt idx="1342">
                  <c:v>2482.3865768100022</c:v>
                </c:pt>
                <c:pt idx="1343">
                  <c:v>2633.8414919500001</c:v>
                </c:pt>
                <c:pt idx="1344">
                  <c:v>2226.8892177800012</c:v>
                </c:pt>
                <c:pt idx="1345">
                  <c:v>2008.0586587500011</c:v>
                </c:pt>
                <c:pt idx="1346">
                  <c:v>1877.1050630300001</c:v>
                </c:pt>
                <c:pt idx="1347">
                  <c:v>1806.3865168099999</c:v>
                </c:pt>
                <c:pt idx="1348">
                  <c:v>1969.1431109699981</c:v>
                </c:pt>
                <c:pt idx="1349">
                  <c:v>2547.3146677599998</c:v>
                </c:pt>
                <c:pt idx="1350">
                  <c:v>2984.3915255000043</c:v>
                </c:pt>
                <c:pt idx="1351">
                  <c:v>2986.2821974799999</c:v>
                </c:pt>
                <c:pt idx="1352">
                  <c:v>2803.8799690999999</c:v>
                </c:pt>
                <c:pt idx="1353">
                  <c:v>2498.6517366200037</c:v>
                </c:pt>
                <c:pt idx="1354">
                  <c:v>2323.1709985299999</c:v>
                </c:pt>
                <c:pt idx="1355">
                  <c:v>2115.4940261400002</c:v>
                </c:pt>
                <c:pt idx="1356">
                  <c:v>2018.8736904800001</c:v>
                </c:pt>
                <c:pt idx="1357">
                  <c:v>2033.5705061799999</c:v>
                </c:pt>
                <c:pt idx="1358">
                  <c:v>2066.4139897499999</c:v>
                </c:pt>
                <c:pt idx="1359">
                  <c:v>2131.8106162900067</c:v>
                </c:pt>
                <c:pt idx="1360">
                  <c:v>2117.1380503999999</c:v>
                </c:pt>
                <c:pt idx="1361">
                  <c:v>2149.1620808199987</c:v>
                </c:pt>
                <c:pt idx="1362">
                  <c:v>2024.5495794800024</c:v>
                </c:pt>
                <c:pt idx="1363">
                  <c:v>1941.9660671900021</c:v>
                </c:pt>
                <c:pt idx="1364">
                  <c:v>1876.35199642</c:v>
                </c:pt>
                <c:pt idx="1365">
                  <c:v>1867.4275502300011</c:v>
                </c:pt>
                <c:pt idx="1366">
                  <c:v>1989.78836443</c:v>
                </c:pt>
                <c:pt idx="1367">
                  <c:v>2137.16443678</c:v>
                </c:pt>
                <c:pt idx="1368">
                  <c:v>2003.9180546100001</c:v>
                </c:pt>
                <c:pt idx="1369">
                  <c:v>1919.5009805699999</c:v>
                </c:pt>
                <c:pt idx="1370">
                  <c:v>1902.8923294299998</c:v>
                </c:pt>
                <c:pt idx="1371">
                  <c:v>1825.0086364399999</c:v>
                </c:pt>
                <c:pt idx="1372">
                  <c:v>1797.51660457</c:v>
                </c:pt>
                <c:pt idx="1373">
                  <c:v>1775.89833318</c:v>
                </c:pt>
                <c:pt idx="1374">
                  <c:v>2031.1126222299981</c:v>
                </c:pt>
                <c:pt idx="1375">
                  <c:v>2236.2297663899999</c:v>
                </c:pt>
                <c:pt idx="1376">
                  <c:v>2261.5517564400043</c:v>
                </c:pt>
                <c:pt idx="1377">
                  <c:v>2082.4752610199998</c:v>
                </c:pt>
                <c:pt idx="1378">
                  <c:v>2642.1122914099997</c:v>
                </c:pt>
                <c:pt idx="1379">
                  <c:v>2367.5006757499987</c:v>
                </c:pt>
                <c:pt idx="1380">
                  <c:v>2446.0686195099997</c:v>
                </c:pt>
                <c:pt idx="1381">
                  <c:v>2107.4335213200002</c:v>
                </c:pt>
                <c:pt idx="1382">
                  <c:v>2136.5390079900012</c:v>
                </c:pt>
                <c:pt idx="1383">
                  <c:v>2283.85787501</c:v>
                </c:pt>
                <c:pt idx="1384">
                  <c:v>2233.4693088700042</c:v>
                </c:pt>
                <c:pt idx="1385">
                  <c:v>2735.3731432300078</c:v>
                </c:pt>
                <c:pt idx="1386">
                  <c:v>2874.0037943100001</c:v>
                </c:pt>
                <c:pt idx="1387">
                  <c:v>2870.2073039400002</c:v>
                </c:pt>
                <c:pt idx="1388">
                  <c:v>2621.7332584300002</c:v>
                </c:pt>
                <c:pt idx="1389">
                  <c:v>2437.0333417699999</c:v>
                </c:pt>
                <c:pt idx="1390">
                  <c:v>2360.4279981099999</c:v>
                </c:pt>
                <c:pt idx="1391">
                  <c:v>2357.0184325800042</c:v>
                </c:pt>
                <c:pt idx="1392">
                  <c:v>2128.5260690899959</c:v>
                </c:pt>
                <c:pt idx="1393">
                  <c:v>2024.55881256</c:v>
                </c:pt>
                <c:pt idx="1394">
                  <c:v>2030.8797549599999</c:v>
                </c:pt>
                <c:pt idx="1395">
                  <c:v>1969.0736208099981</c:v>
                </c:pt>
                <c:pt idx="1396">
                  <c:v>1942.6708935499998</c:v>
                </c:pt>
                <c:pt idx="1397">
                  <c:v>1907.49254731</c:v>
                </c:pt>
                <c:pt idx="1398">
                  <c:v>1801.7514760399981</c:v>
                </c:pt>
                <c:pt idx="1399">
                  <c:v>1751.49713537</c:v>
                </c:pt>
                <c:pt idx="1400">
                  <c:v>1840.9638137500001</c:v>
                </c:pt>
                <c:pt idx="1401">
                  <c:v>1946.8378482799976</c:v>
                </c:pt>
                <c:pt idx="1402">
                  <c:v>1869.15707557</c:v>
                </c:pt>
                <c:pt idx="1403">
                  <c:v>1799.4465603700019</c:v>
                </c:pt>
                <c:pt idx="1404">
                  <c:v>1774.6061861000001</c:v>
                </c:pt>
                <c:pt idx="1405">
                  <c:v>1742.4880699000018</c:v>
                </c:pt>
                <c:pt idx="1406">
                  <c:v>1754.87457531</c:v>
                </c:pt>
                <c:pt idx="1407">
                  <c:v>1734.1963490399976</c:v>
                </c:pt>
                <c:pt idx="1408">
                  <c:v>1668.6063465299976</c:v>
                </c:pt>
                <c:pt idx="1409">
                  <c:v>1675.9676703100001</c:v>
                </c:pt>
                <c:pt idx="1410">
                  <c:v>1705.94104922</c:v>
                </c:pt>
                <c:pt idx="1411">
                  <c:v>1880.26187731</c:v>
                </c:pt>
                <c:pt idx="1412">
                  <c:v>2233.6174271899999</c:v>
                </c:pt>
                <c:pt idx="1413">
                  <c:v>2835.9709739400037</c:v>
                </c:pt>
                <c:pt idx="1414">
                  <c:v>3362.6193591000001</c:v>
                </c:pt>
                <c:pt idx="1415">
                  <c:v>3683.8108953800001</c:v>
                </c:pt>
                <c:pt idx="1416">
                  <c:v>4266.2546104100002</c:v>
                </c:pt>
                <c:pt idx="1417">
                  <c:v>3182.0843569000012</c:v>
                </c:pt>
                <c:pt idx="1418">
                  <c:v>2861.18558188</c:v>
                </c:pt>
                <c:pt idx="1419">
                  <c:v>2899.4802482599998</c:v>
                </c:pt>
                <c:pt idx="1420">
                  <c:v>2821.9930589900036</c:v>
                </c:pt>
                <c:pt idx="1421">
                  <c:v>3712.1847382599999</c:v>
                </c:pt>
                <c:pt idx="1422">
                  <c:v>3070.7537449599999</c:v>
                </c:pt>
                <c:pt idx="1423">
                  <c:v>2829.3430056900002</c:v>
                </c:pt>
                <c:pt idx="1424">
                  <c:v>2522.4864313599987</c:v>
                </c:pt>
                <c:pt idx="1425">
                  <c:v>2267.8184069500012</c:v>
                </c:pt>
                <c:pt idx="1426">
                  <c:v>2138.3364846499999</c:v>
                </c:pt>
                <c:pt idx="1427">
                  <c:v>2059.5814240499999</c:v>
                </c:pt>
                <c:pt idx="1428">
                  <c:v>1993.0956052900001</c:v>
                </c:pt>
                <c:pt idx="1429">
                  <c:v>2055.6371352500037</c:v>
                </c:pt>
                <c:pt idx="1430">
                  <c:v>2059.1955020600012</c:v>
                </c:pt>
                <c:pt idx="1431">
                  <c:v>2224.45876507</c:v>
                </c:pt>
                <c:pt idx="1432">
                  <c:v>2896.7220817199927</c:v>
                </c:pt>
                <c:pt idx="1433">
                  <c:v>2994.9610160800057</c:v>
                </c:pt>
                <c:pt idx="1434">
                  <c:v>2388.61181936</c:v>
                </c:pt>
                <c:pt idx="1435">
                  <c:v>2380.9544491399997</c:v>
                </c:pt>
                <c:pt idx="1436">
                  <c:v>2244.3312149100052</c:v>
                </c:pt>
                <c:pt idx="1437">
                  <c:v>2232.7287173</c:v>
                </c:pt>
                <c:pt idx="1438">
                  <c:v>2351.3997402700043</c:v>
                </c:pt>
                <c:pt idx="1439">
                  <c:v>2511.3173438700078</c:v>
                </c:pt>
                <c:pt idx="1440">
                  <c:v>2354.9546317099998</c:v>
                </c:pt>
                <c:pt idx="1441">
                  <c:v>2148.6974528700048</c:v>
                </c:pt>
                <c:pt idx="1442">
                  <c:v>2067.94703549</c:v>
                </c:pt>
                <c:pt idx="1443">
                  <c:v>2013.3195778600011</c:v>
                </c:pt>
                <c:pt idx="1444">
                  <c:v>2048.0312731600002</c:v>
                </c:pt>
                <c:pt idx="1445">
                  <c:v>2162.2268458699937</c:v>
                </c:pt>
                <c:pt idx="1446">
                  <c:v>2575.7234027</c:v>
                </c:pt>
                <c:pt idx="1447">
                  <c:v>2637.7716026200001</c:v>
                </c:pt>
                <c:pt idx="1448">
                  <c:v>2402.0612355700036</c:v>
                </c:pt>
                <c:pt idx="1449">
                  <c:v>2529.9462759199987</c:v>
                </c:pt>
                <c:pt idx="1450">
                  <c:v>3080.8715408200037</c:v>
                </c:pt>
                <c:pt idx="1451">
                  <c:v>5561.2071597299991</c:v>
                </c:pt>
                <c:pt idx="1452">
                  <c:v>6558.2353961900008</c:v>
                </c:pt>
                <c:pt idx="1453">
                  <c:v>6150.5512707400003</c:v>
                </c:pt>
                <c:pt idx="1454">
                  <c:v>5788.5403912900001</c:v>
                </c:pt>
                <c:pt idx="1455">
                  <c:v>5435.5675560300006</c:v>
                </c:pt>
                <c:pt idx="1456">
                  <c:v>5128.2472182799993</c:v>
                </c:pt>
                <c:pt idx="1457">
                  <c:v>5205.62499381</c:v>
                </c:pt>
                <c:pt idx="1458">
                  <c:v>4977.2465914200084</c:v>
                </c:pt>
                <c:pt idx="1459">
                  <c:v>4908.4349010100004</c:v>
                </c:pt>
                <c:pt idx="1460">
                  <c:v>4867.6688122999994</c:v>
                </c:pt>
                <c:pt idx="1461">
                  <c:v>4765.9630119800004</c:v>
                </c:pt>
                <c:pt idx="1462">
                  <c:v>4652.1564130300003</c:v>
                </c:pt>
                <c:pt idx="1463">
                  <c:v>4553.3313337</c:v>
                </c:pt>
                <c:pt idx="1464">
                  <c:v>4421.6572378600004</c:v>
                </c:pt>
                <c:pt idx="1465">
                  <c:v>4536.7505201200001</c:v>
                </c:pt>
                <c:pt idx="1466">
                  <c:v>4929.4083091999992</c:v>
                </c:pt>
                <c:pt idx="1467">
                  <c:v>5298.0075272800004</c:v>
                </c:pt>
                <c:pt idx="1468">
                  <c:v>5139.0477779299918</c:v>
                </c:pt>
                <c:pt idx="1469">
                  <c:v>4491.4438308699991</c:v>
                </c:pt>
                <c:pt idx="1470">
                  <c:v>4161.3287820700007</c:v>
                </c:pt>
                <c:pt idx="1471">
                  <c:v>4024.2420956399997</c:v>
                </c:pt>
                <c:pt idx="1472">
                  <c:v>3675.6460861399987</c:v>
                </c:pt>
                <c:pt idx="1473">
                  <c:v>3716.8133124100073</c:v>
                </c:pt>
                <c:pt idx="1474">
                  <c:v>3774.9698209599997</c:v>
                </c:pt>
                <c:pt idx="1475">
                  <c:v>4048.3926516299998</c:v>
                </c:pt>
                <c:pt idx="1476">
                  <c:v>4114.4873958499866</c:v>
                </c:pt>
                <c:pt idx="1477">
                  <c:v>3734.5733321000057</c:v>
                </c:pt>
                <c:pt idx="1478">
                  <c:v>3810.7244566300001</c:v>
                </c:pt>
                <c:pt idx="1479">
                  <c:v>3808.1465253499987</c:v>
                </c:pt>
                <c:pt idx="1480">
                  <c:v>4433.8764412400005</c:v>
                </c:pt>
                <c:pt idx="1481">
                  <c:v>4075.8602002700022</c:v>
                </c:pt>
                <c:pt idx="1482">
                  <c:v>4951.1734799299993</c:v>
                </c:pt>
                <c:pt idx="1483">
                  <c:v>4993.50760154</c:v>
                </c:pt>
                <c:pt idx="1484">
                  <c:v>5679.9787350999986</c:v>
                </c:pt>
                <c:pt idx="1485">
                  <c:v>5572.7352999200002</c:v>
                </c:pt>
                <c:pt idx="1486">
                  <c:v>6003.9830756099991</c:v>
                </c:pt>
                <c:pt idx="1487">
                  <c:v>5527.0731197999994</c:v>
                </c:pt>
                <c:pt idx="1488">
                  <c:v>5432.5924985700085</c:v>
                </c:pt>
                <c:pt idx="1489">
                  <c:v>5085.4259220200001</c:v>
                </c:pt>
                <c:pt idx="1490">
                  <c:v>4954.8138724600003</c:v>
                </c:pt>
                <c:pt idx="1491">
                  <c:v>4666.6203268700083</c:v>
                </c:pt>
                <c:pt idx="1492">
                  <c:v>4177.7198160900007</c:v>
                </c:pt>
                <c:pt idx="1493">
                  <c:v>3874.1158103400012</c:v>
                </c:pt>
                <c:pt idx="1494">
                  <c:v>3738.9313458800052</c:v>
                </c:pt>
                <c:pt idx="1495">
                  <c:v>3390.4933015900042</c:v>
                </c:pt>
                <c:pt idx="1496">
                  <c:v>3134.6555116300042</c:v>
                </c:pt>
                <c:pt idx="1497">
                  <c:v>3372.0062546599997</c:v>
                </c:pt>
                <c:pt idx="1498">
                  <c:v>3788.96772362</c:v>
                </c:pt>
                <c:pt idx="1499">
                  <c:v>5015.1208933000007</c:v>
                </c:pt>
                <c:pt idx="1500">
                  <c:v>5308.4819206000002</c:v>
                </c:pt>
                <c:pt idx="1501">
                  <c:v>4558.8717350200004</c:v>
                </c:pt>
                <c:pt idx="1502">
                  <c:v>4163.6322799300024</c:v>
                </c:pt>
                <c:pt idx="1503">
                  <c:v>4032.5929497099987</c:v>
                </c:pt>
                <c:pt idx="1504">
                  <c:v>3600.6224347899997</c:v>
                </c:pt>
                <c:pt idx="1505">
                  <c:v>3298.1727369600012</c:v>
                </c:pt>
                <c:pt idx="1506">
                  <c:v>3236.7068435399997</c:v>
                </c:pt>
                <c:pt idx="1507">
                  <c:v>4531.4383522299877</c:v>
                </c:pt>
                <c:pt idx="1508">
                  <c:v>4340.5398920000007</c:v>
                </c:pt>
                <c:pt idx="1509">
                  <c:v>4291.8217352800002</c:v>
                </c:pt>
                <c:pt idx="1510">
                  <c:v>3434.9159666500022</c:v>
                </c:pt>
                <c:pt idx="1511">
                  <c:v>3049.4092845300001</c:v>
                </c:pt>
                <c:pt idx="1512">
                  <c:v>2908.5788088999998</c:v>
                </c:pt>
                <c:pt idx="1513">
                  <c:v>2868.3270062100037</c:v>
                </c:pt>
                <c:pt idx="1514">
                  <c:v>2926.6738476099999</c:v>
                </c:pt>
                <c:pt idx="1515">
                  <c:v>3089.9491454899999</c:v>
                </c:pt>
                <c:pt idx="1516">
                  <c:v>3340.5446208199987</c:v>
                </c:pt>
                <c:pt idx="1517">
                  <c:v>3427.1603177299999</c:v>
                </c:pt>
                <c:pt idx="1518">
                  <c:v>3021.1740415899999</c:v>
                </c:pt>
                <c:pt idx="1519">
                  <c:v>2789.1960520500002</c:v>
                </c:pt>
                <c:pt idx="1520">
                  <c:v>3090.0951457299998</c:v>
                </c:pt>
                <c:pt idx="1521">
                  <c:v>3469.6038530599999</c:v>
                </c:pt>
                <c:pt idx="1522">
                  <c:v>3855.1804576099998</c:v>
                </c:pt>
                <c:pt idx="1523">
                  <c:v>4452.6549353600003</c:v>
                </c:pt>
                <c:pt idx="1524">
                  <c:v>3933.7947050899998</c:v>
                </c:pt>
                <c:pt idx="1525">
                  <c:v>3771.2121302800042</c:v>
                </c:pt>
                <c:pt idx="1526">
                  <c:v>3620.6143008700042</c:v>
                </c:pt>
                <c:pt idx="1527">
                  <c:v>3469.8975134200036</c:v>
                </c:pt>
                <c:pt idx="1528">
                  <c:v>3321.7753943700022</c:v>
                </c:pt>
                <c:pt idx="1529">
                  <c:v>3193.7029605299958</c:v>
                </c:pt>
                <c:pt idx="1530">
                  <c:v>3370.4159517200001</c:v>
                </c:pt>
                <c:pt idx="1531">
                  <c:v>3123.6157218400012</c:v>
                </c:pt>
                <c:pt idx="1532">
                  <c:v>2880.0382864499998</c:v>
                </c:pt>
                <c:pt idx="1533">
                  <c:v>2765.9389953999998</c:v>
                </c:pt>
                <c:pt idx="1534">
                  <c:v>2887.4008205599998</c:v>
                </c:pt>
                <c:pt idx="1535">
                  <c:v>2656.4722553000001</c:v>
                </c:pt>
                <c:pt idx="1536">
                  <c:v>2441.7584309999997</c:v>
                </c:pt>
                <c:pt idx="1537">
                  <c:v>2285.5424279899999</c:v>
                </c:pt>
                <c:pt idx="1538">
                  <c:v>2839.6494745300001</c:v>
                </c:pt>
                <c:pt idx="1539">
                  <c:v>2903.2851763400022</c:v>
                </c:pt>
                <c:pt idx="1540">
                  <c:v>3019.5847760699999</c:v>
                </c:pt>
                <c:pt idx="1541">
                  <c:v>3069.7401118400012</c:v>
                </c:pt>
                <c:pt idx="1542">
                  <c:v>3357.2413493199997</c:v>
                </c:pt>
                <c:pt idx="1543">
                  <c:v>3423.6054089999998</c:v>
                </c:pt>
                <c:pt idx="1544">
                  <c:v>3541.21050401</c:v>
                </c:pt>
                <c:pt idx="1545">
                  <c:v>3339.5694415799999</c:v>
                </c:pt>
                <c:pt idx="1546">
                  <c:v>3284.8071100900042</c:v>
                </c:pt>
                <c:pt idx="1547">
                  <c:v>3192.58503165</c:v>
                </c:pt>
                <c:pt idx="1548">
                  <c:v>3447.9821235800036</c:v>
                </c:pt>
                <c:pt idx="1549">
                  <c:v>3677.2767794899987</c:v>
                </c:pt>
                <c:pt idx="1550">
                  <c:v>3488.7028422499998</c:v>
                </c:pt>
                <c:pt idx="1551">
                  <c:v>2985.3556388800057</c:v>
                </c:pt>
                <c:pt idx="1552">
                  <c:v>2712.80092522</c:v>
                </c:pt>
                <c:pt idx="1553">
                  <c:v>2472.5186965600001</c:v>
                </c:pt>
                <c:pt idx="1554">
                  <c:v>2536.71443482</c:v>
                </c:pt>
                <c:pt idx="1555">
                  <c:v>2514.4272319699999</c:v>
                </c:pt>
                <c:pt idx="1556">
                  <c:v>2457.29490369</c:v>
                </c:pt>
                <c:pt idx="1557">
                  <c:v>2445.2840497699922</c:v>
                </c:pt>
                <c:pt idx="1558">
                  <c:v>2446.1684197699942</c:v>
                </c:pt>
                <c:pt idx="1559">
                  <c:v>2335.3648887499953</c:v>
                </c:pt>
                <c:pt idx="1560">
                  <c:v>2243.2152830700002</c:v>
                </c:pt>
                <c:pt idx="1561">
                  <c:v>2533.5367683099998</c:v>
                </c:pt>
                <c:pt idx="1562">
                  <c:v>2096.1825982999999</c:v>
                </c:pt>
                <c:pt idx="1563">
                  <c:v>1932.2177328499999</c:v>
                </c:pt>
                <c:pt idx="1564">
                  <c:v>1826.7474640200001</c:v>
                </c:pt>
                <c:pt idx="1565">
                  <c:v>1781.0711403399976</c:v>
                </c:pt>
                <c:pt idx="1566">
                  <c:v>1706.2071140800001</c:v>
                </c:pt>
                <c:pt idx="1567">
                  <c:v>1669.7680547300001</c:v>
                </c:pt>
                <c:pt idx="1568">
                  <c:v>1616.4793504800011</c:v>
                </c:pt>
                <c:pt idx="1569">
                  <c:v>1591.6668483599976</c:v>
                </c:pt>
                <c:pt idx="1570">
                  <c:v>1556.6788004</c:v>
                </c:pt>
                <c:pt idx="1571">
                  <c:v>1498.12810504</c:v>
                </c:pt>
                <c:pt idx="1572">
                  <c:v>1465.94926491</c:v>
                </c:pt>
                <c:pt idx="1573">
                  <c:v>1433.0005173100001</c:v>
                </c:pt>
                <c:pt idx="1574">
                  <c:v>1399.59094564</c:v>
                </c:pt>
                <c:pt idx="1575">
                  <c:v>1391.2142942799978</c:v>
                </c:pt>
                <c:pt idx="1576">
                  <c:v>1427.3783669099998</c:v>
                </c:pt>
                <c:pt idx="1577">
                  <c:v>1424.9460900600011</c:v>
                </c:pt>
                <c:pt idx="1578">
                  <c:v>1425.24030371</c:v>
                </c:pt>
                <c:pt idx="1579">
                  <c:v>1730.0016950600011</c:v>
                </c:pt>
                <c:pt idx="1580">
                  <c:v>1925.9111587900011</c:v>
                </c:pt>
                <c:pt idx="1581">
                  <c:v>1594.9662047900001</c:v>
                </c:pt>
                <c:pt idx="1582">
                  <c:v>1471.3802524999999</c:v>
                </c:pt>
                <c:pt idx="1583">
                  <c:v>1401.9032270299999</c:v>
                </c:pt>
                <c:pt idx="1584">
                  <c:v>1349.5527697100001</c:v>
                </c:pt>
                <c:pt idx="1585">
                  <c:v>1316.0138657600019</c:v>
                </c:pt>
                <c:pt idx="1586">
                  <c:v>1310.11845769</c:v>
                </c:pt>
                <c:pt idx="1587">
                  <c:v>1294.8901001499999</c:v>
                </c:pt>
                <c:pt idx="1588">
                  <c:v>1296.0762915800001</c:v>
                </c:pt>
                <c:pt idx="1589">
                  <c:v>1300.5078933600018</c:v>
                </c:pt>
                <c:pt idx="1590">
                  <c:v>1282.39639418</c:v>
                </c:pt>
                <c:pt idx="1591">
                  <c:v>1255.3130384999981</c:v>
                </c:pt>
                <c:pt idx="1592">
                  <c:v>1225.28637054</c:v>
                </c:pt>
                <c:pt idx="1593">
                  <c:v>1193.0899633500001</c:v>
                </c:pt>
                <c:pt idx="1594">
                  <c:v>1183.6401306899998</c:v>
                </c:pt>
                <c:pt idx="1595">
                  <c:v>1194.1676401499999</c:v>
                </c:pt>
                <c:pt idx="1596">
                  <c:v>1197.3712077099999</c:v>
                </c:pt>
                <c:pt idx="1597">
                  <c:v>1317.5071349099999</c:v>
                </c:pt>
                <c:pt idx="1598">
                  <c:v>1429.6722513</c:v>
                </c:pt>
                <c:pt idx="1599">
                  <c:v>1311.73206811</c:v>
                </c:pt>
                <c:pt idx="1600">
                  <c:v>1257.2819322999978</c:v>
                </c:pt>
                <c:pt idx="1601">
                  <c:v>1217.3470282799976</c:v>
                </c:pt>
                <c:pt idx="1602">
                  <c:v>1186.3088020499999</c:v>
                </c:pt>
                <c:pt idx="1603">
                  <c:v>1174.0934025599965</c:v>
                </c:pt>
                <c:pt idx="1604">
                  <c:v>1156.4996474800018</c:v>
                </c:pt>
                <c:pt idx="1605">
                  <c:v>1170.3287265499998</c:v>
                </c:pt>
                <c:pt idx="1606">
                  <c:v>1190.0035556300011</c:v>
                </c:pt>
                <c:pt idx="1607">
                  <c:v>1195.55924168</c:v>
                </c:pt>
                <c:pt idx="1608">
                  <c:v>1258.30414146</c:v>
                </c:pt>
                <c:pt idx="1609">
                  <c:v>1220.8241993099998</c:v>
                </c:pt>
                <c:pt idx="1610">
                  <c:v>1200.1397484899999</c:v>
                </c:pt>
                <c:pt idx="1611">
                  <c:v>1199.0980357399999</c:v>
                </c:pt>
                <c:pt idx="1612">
                  <c:v>1156.4973651500011</c:v>
                </c:pt>
                <c:pt idx="1613">
                  <c:v>1118.3681334400001</c:v>
                </c:pt>
                <c:pt idx="1614">
                  <c:v>1105.7589966800001</c:v>
                </c:pt>
                <c:pt idx="1615">
                  <c:v>1094.4547327400001</c:v>
                </c:pt>
                <c:pt idx="1616">
                  <c:v>1468.36272979</c:v>
                </c:pt>
                <c:pt idx="1617">
                  <c:v>1271.6203177499999</c:v>
                </c:pt>
                <c:pt idx="1618">
                  <c:v>1204.4005210000018</c:v>
                </c:pt>
                <c:pt idx="1619">
                  <c:v>1188.3278380499999</c:v>
                </c:pt>
                <c:pt idx="1620">
                  <c:v>1149.3774500899999</c:v>
                </c:pt>
                <c:pt idx="1621">
                  <c:v>1113.6565653000011</c:v>
                </c:pt>
                <c:pt idx="1622">
                  <c:v>1108.43306265</c:v>
                </c:pt>
                <c:pt idx="1623">
                  <c:v>1097.9577010700011</c:v>
                </c:pt>
                <c:pt idx="1624">
                  <c:v>1082.5454427</c:v>
                </c:pt>
                <c:pt idx="1625">
                  <c:v>1070.7084265899998</c:v>
                </c:pt>
                <c:pt idx="1626">
                  <c:v>1086.0722718</c:v>
                </c:pt>
                <c:pt idx="1627">
                  <c:v>1050.4902635999999</c:v>
                </c:pt>
                <c:pt idx="1628">
                  <c:v>1034.3363157199999</c:v>
                </c:pt>
                <c:pt idx="1629">
                  <c:v>1015.1277744700005</c:v>
                </c:pt>
                <c:pt idx="1630">
                  <c:v>997.98426171999949</c:v>
                </c:pt>
                <c:pt idx="1631">
                  <c:v>1205.81750485</c:v>
                </c:pt>
                <c:pt idx="1632">
                  <c:v>1549.2154977600019</c:v>
                </c:pt>
                <c:pt idx="1633">
                  <c:v>1762.0394454299999</c:v>
                </c:pt>
                <c:pt idx="1634">
                  <c:v>2682.9615470100002</c:v>
                </c:pt>
                <c:pt idx="1635">
                  <c:v>1651.1615656399999</c:v>
                </c:pt>
                <c:pt idx="1636">
                  <c:v>1465.0347404299998</c:v>
                </c:pt>
                <c:pt idx="1637">
                  <c:v>1488.0394262299976</c:v>
                </c:pt>
                <c:pt idx="1638">
                  <c:v>1394.11936016</c:v>
                </c:pt>
                <c:pt idx="1639">
                  <c:v>1378.1635604000001</c:v>
                </c:pt>
                <c:pt idx="1640">
                  <c:v>1350.45622832</c:v>
                </c:pt>
                <c:pt idx="1641">
                  <c:v>1327.1901806499998</c:v>
                </c:pt>
                <c:pt idx="1642">
                  <c:v>1320.86002246</c:v>
                </c:pt>
                <c:pt idx="1643">
                  <c:v>1463.4369680300001</c:v>
                </c:pt>
                <c:pt idx="1644">
                  <c:v>1437.5410486799976</c:v>
                </c:pt>
                <c:pt idx="1645">
                  <c:v>1448.4056520200027</c:v>
                </c:pt>
                <c:pt idx="1646">
                  <c:v>1422.0047143199981</c:v>
                </c:pt>
                <c:pt idx="1647">
                  <c:v>1405.4842097000001</c:v>
                </c:pt>
                <c:pt idx="1648">
                  <c:v>1686.6707466199975</c:v>
                </c:pt>
                <c:pt idx="1649">
                  <c:v>1659.7092537600024</c:v>
                </c:pt>
                <c:pt idx="1650">
                  <c:v>1756.4124191400001</c:v>
                </c:pt>
                <c:pt idx="1651">
                  <c:v>1892.8766853200011</c:v>
                </c:pt>
                <c:pt idx="1652">
                  <c:v>3331.5996682</c:v>
                </c:pt>
                <c:pt idx="1653">
                  <c:v>4491.4266787800034</c:v>
                </c:pt>
                <c:pt idx="1654">
                  <c:v>4639.5889115800001</c:v>
                </c:pt>
                <c:pt idx="1655">
                  <c:v>2754.7907601399997</c:v>
                </c:pt>
                <c:pt idx="1656">
                  <c:v>2445.7342229400001</c:v>
                </c:pt>
                <c:pt idx="1657">
                  <c:v>2475.2636878099997</c:v>
                </c:pt>
                <c:pt idx="1658">
                  <c:v>2263.0219774699999</c:v>
                </c:pt>
                <c:pt idx="1659">
                  <c:v>2245.0134513400012</c:v>
                </c:pt>
                <c:pt idx="1660">
                  <c:v>2170.0152514800002</c:v>
                </c:pt>
                <c:pt idx="1661">
                  <c:v>2079.8602763900012</c:v>
                </c:pt>
                <c:pt idx="1662">
                  <c:v>2463.0048893799958</c:v>
                </c:pt>
                <c:pt idx="1663">
                  <c:v>2383.5650593</c:v>
                </c:pt>
                <c:pt idx="1664">
                  <c:v>2367.4800310000001</c:v>
                </c:pt>
                <c:pt idx="1665">
                  <c:v>2334.3976976800022</c:v>
                </c:pt>
                <c:pt idx="1666">
                  <c:v>2544.7429956099963</c:v>
                </c:pt>
                <c:pt idx="1667">
                  <c:v>2558.7578774499998</c:v>
                </c:pt>
                <c:pt idx="1668">
                  <c:v>2107.1562349800001</c:v>
                </c:pt>
                <c:pt idx="1669">
                  <c:v>2010.2245249299999</c:v>
                </c:pt>
                <c:pt idx="1670">
                  <c:v>1984.6122720899998</c:v>
                </c:pt>
                <c:pt idx="1671">
                  <c:v>2085.23949649</c:v>
                </c:pt>
                <c:pt idx="1672">
                  <c:v>2272.0455323100036</c:v>
                </c:pt>
                <c:pt idx="1673">
                  <c:v>2241.2365855999997</c:v>
                </c:pt>
                <c:pt idx="1674">
                  <c:v>2446.4876007799999</c:v>
                </c:pt>
                <c:pt idx="1675">
                  <c:v>2743.4811015900036</c:v>
                </c:pt>
                <c:pt idx="1676">
                  <c:v>2451.0182074599998</c:v>
                </c:pt>
                <c:pt idx="1677">
                  <c:v>3171.09872068</c:v>
                </c:pt>
                <c:pt idx="1678">
                  <c:v>3784.3836895599998</c:v>
                </c:pt>
                <c:pt idx="1679">
                  <c:v>3604.5917601199999</c:v>
                </c:pt>
                <c:pt idx="1680">
                  <c:v>3269.2771386000022</c:v>
                </c:pt>
                <c:pt idx="1681">
                  <c:v>3232.3023531300037</c:v>
                </c:pt>
                <c:pt idx="1682">
                  <c:v>3699.6339739300042</c:v>
                </c:pt>
                <c:pt idx="1683">
                  <c:v>3644.8618214899998</c:v>
                </c:pt>
                <c:pt idx="1684">
                  <c:v>3872.8043671700002</c:v>
                </c:pt>
                <c:pt idx="1685">
                  <c:v>3482.5525735100036</c:v>
                </c:pt>
                <c:pt idx="1686">
                  <c:v>3802.5258965100002</c:v>
                </c:pt>
                <c:pt idx="1687">
                  <c:v>3647.2122109500001</c:v>
                </c:pt>
                <c:pt idx="1688">
                  <c:v>4156.9419970399986</c:v>
                </c:pt>
                <c:pt idx="1689">
                  <c:v>3449.7558432199999</c:v>
                </c:pt>
                <c:pt idx="1690">
                  <c:v>3227.4301224900037</c:v>
                </c:pt>
                <c:pt idx="1691">
                  <c:v>2862.2606305499999</c:v>
                </c:pt>
                <c:pt idx="1692">
                  <c:v>2775.8176994400001</c:v>
                </c:pt>
                <c:pt idx="1693">
                  <c:v>2781.4712492200001</c:v>
                </c:pt>
                <c:pt idx="1694">
                  <c:v>2693.6334659899999</c:v>
                </c:pt>
                <c:pt idx="1695">
                  <c:v>2567.2104337300002</c:v>
                </c:pt>
                <c:pt idx="1696">
                  <c:v>2305.53968867</c:v>
                </c:pt>
                <c:pt idx="1697">
                  <c:v>2298.7316926500002</c:v>
                </c:pt>
                <c:pt idx="1698">
                  <c:v>2283.2249248999997</c:v>
                </c:pt>
                <c:pt idx="1699">
                  <c:v>2303.8151429700079</c:v>
                </c:pt>
                <c:pt idx="1700">
                  <c:v>2441.5308200199997</c:v>
                </c:pt>
                <c:pt idx="1701">
                  <c:v>2575.6285820799999</c:v>
                </c:pt>
                <c:pt idx="1702">
                  <c:v>2517.0321362900072</c:v>
                </c:pt>
                <c:pt idx="1703">
                  <c:v>3033.9333282900043</c:v>
                </c:pt>
                <c:pt idx="1704">
                  <c:v>2974.9169329700057</c:v>
                </c:pt>
                <c:pt idx="1705">
                  <c:v>3098.4791282300048</c:v>
                </c:pt>
                <c:pt idx="1706">
                  <c:v>3085.1374312900002</c:v>
                </c:pt>
                <c:pt idx="1707">
                  <c:v>3061.0971881300002</c:v>
                </c:pt>
                <c:pt idx="1708">
                  <c:v>3855.8867363600002</c:v>
                </c:pt>
                <c:pt idx="1709">
                  <c:v>4340.6363033399994</c:v>
                </c:pt>
                <c:pt idx="1710">
                  <c:v>4417.7942831500004</c:v>
                </c:pt>
                <c:pt idx="1711">
                  <c:v>4292.7298277200007</c:v>
                </c:pt>
                <c:pt idx="1712">
                  <c:v>4954.31618523</c:v>
                </c:pt>
                <c:pt idx="1713">
                  <c:v>4171.56180124</c:v>
                </c:pt>
                <c:pt idx="1714">
                  <c:v>3837.6940414099959</c:v>
                </c:pt>
                <c:pt idx="1715">
                  <c:v>3468.3973972700078</c:v>
                </c:pt>
                <c:pt idx="1716">
                  <c:v>3286.2875843399997</c:v>
                </c:pt>
                <c:pt idx="1717">
                  <c:v>3177.3200184299999</c:v>
                </c:pt>
                <c:pt idx="1718">
                  <c:v>2905.9356581900001</c:v>
                </c:pt>
                <c:pt idx="1719">
                  <c:v>2785.45904071</c:v>
                </c:pt>
                <c:pt idx="1720">
                  <c:v>2682.9697426600001</c:v>
                </c:pt>
                <c:pt idx="1721">
                  <c:v>2983.5846165500002</c:v>
                </c:pt>
                <c:pt idx="1722">
                  <c:v>2990.3528446199998</c:v>
                </c:pt>
                <c:pt idx="1723">
                  <c:v>2898.6218830399998</c:v>
                </c:pt>
                <c:pt idx="1724">
                  <c:v>2861.9083211099987</c:v>
                </c:pt>
                <c:pt idx="1725">
                  <c:v>2769.4712191000012</c:v>
                </c:pt>
                <c:pt idx="1726">
                  <c:v>2764.3647379600002</c:v>
                </c:pt>
                <c:pt idx="1727">
                  <c:v>2542.3051858300037</c:v>
                </c:pt>
                <c:pt idx="1728">
                  <c:v>2420.7306617599943</c:v>
                </c:pt>
                <c:pt idx="1729">
                  <c:v>2248.3450544000002</c:v>
                </c:pt>
                <c:pt idx="1730">
                  <c:v>2149.46072082</c:v>
                </c:pt>
                <c:pt idx="1731">
                  <c:v>2030.4566931500021</c:v>
                </c:pt>
                <c:pt idx="1732">
                  <c:v>1995.3590412699998</c:v>
                </c:pt>
                <c:pt idx="1733">
                  <c:v>2098.0335196300048</c:v>
                </c:pt>
                <c:pt idx="1734">
                  <c:v>2397.86810315</c:v>
                </c:pt>
                <c:pt idx="1735">
                  <c:v>2579.3947796400012</c:v>
                </c:pt>
                <c:pt idx="1736">
                  <c:v>2517.7974790899998</c:v>
                </c:pt>
                <c:pt idx="1737">
                  <c:v>2792.8459888800012</c:v>
                </c:pt>
                <c:pt idx="1738">
                  <c:v>2849.9367164300043</c:v>
                </c:pt>
                <c:pt idx="1739">
                  <c:v>2863.0270107699998</c:v>
                </c:pt>
                <c:pt idx="1740">
                  <c:v>3030.0613825600012</c:v>
                </c:pt>
                <c:pt idx="1741">
                  <c:v>5037.3757285000002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D09C-4AD8-BC11-CBD9D82850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77328128"/>
        <c:axId val="179708672"/>
        <c:extLst/>
      </c:scatterChart>
      <c:valAx>
        <c:axId val="177328128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DATE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9708672"/>
        <c:crosses val="autoZero"/>
        <c:crossBetween val="midCat"/>
        <c:majorUnit val="400"/>
      </c:valAx>
      <c:valAx>
        <c:axId val="17970867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R</a:t>
                </a:r>
                <a:r>
                  <a:rPr lang="en-US" altLang="zh-CN"/>
                  <a:t>unoff </a:t>
                </a:r>
                <a:r>
                  <a:rPr lang="en-GB"/>
                  <a:t>(ft^3/s)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7328128"/>
        <c:crosses val="autoZero"/>
        <c:crossBetween val="midCat"/>
      </c:val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zh-CN"/>
    </a:p>
  </c:tx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0.73045</cdr:x>
      <cdr:y>0.04263</cdr:y>
    </cdr:from>
    <cdr:to>
      <cdr:x>0.91756</cdr:x>
      <cdr:y>0.35103</cdr:y>
    </cdr:to>
    <cdr:sp macro="" textlink="">
      <cdr:nvSpPr>
        <cdr:cNvPr id="2" name="文本框 1">
          <a:extLst xmlns:a="http://schemas.openxmlformats.org/drawingml/2006/main">
            <a:ext uri="{FF2B5EF4-FFF2-40B4-BE49-F238E27FC236}">
              <a16:creationId xmlns:a16="http://schemas.microsoft.com/office/drawing/2014/main" id="{C9896C07-4826-44B8-95F4-93EBAE4F7AB0}"/>
            </a:ext>
          </a:extLst>
        </cdr:cNvPr>
        <cdr:cNvSpPr txBox="1"/>
      </cdr:nvSpPr>
      <cdr:spPr>
        <a:xfrm xmlns:a="http://schemas.openxmlformats.org/drawingml/2006/main">
          <a:off x="3546475" y="127000"/>
          <a:ext cx="908480" cy="918637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altLang="zh-CN" sz="1100"/>
            <a:t>NSE=0.842</a:t>
          </a:r>
        </a:p>
        <a:p xmlns:a="http://schemas.openxmlformats.org/drawingml/2006/main">
          <a:r>
            <a:rPr lang="en-US" altLang="zh-CN" sz="1100"/>
            <a:t>RMSE=496.54</a:t>
          </a:r>
        </a:p>
        <a:p xmlns:a="http://schemas.openxmlformats.org/drawingml/2006/main">
          <a:r>
            <a:rPr lang="en-US" altLang="zh-CN" sz="1100"/>
            <a:t>MAE=279.60</a:t>
          </a:r>
        </a:p>
        <a:p xmlns:a="http://schemas.openxmlformats.org/drawingml/2006/main">
          <a:r>
            <a:rPr lang="en-GB" altLang="zh-CN" sz="1100">
              <a:effectLst/>
              <a:latin typeface="+mn-lt"/>
              <a:ea typeface="+mn-ea"/>
              <a:cs typeface="+mn-cs"/>
            </a:rPr>
            <a:t>R</a:t>
          </a:r>
          <a:r>
            <a:rPr lang="en-GB" altLang="zh-CN" sz="1100" baseline="30000">
              <a:effectLst/>
              <a:latin typeface="+mn-lt"/>
              <a:ea typeface="+mn-ea"/>
              <a:cs typeface="+mn-cs"/>
            </a:rPr>
            <a:t>2</a:t>
          </a:r>
          <a:r>
            <a:rPr lang="en-GB" altLang="zh-CN" sz="1100" baseline="0">
              <a:effectLst/>
              <a:latin typeface="+mn-lt"/>
              <a:ea typeface="+mn-ea"/>
              <a:cs typeface="+mn-cs"/>
            </a:rPr>
            <a:t>=0.84</a:t>
          </a:r>
          <a:endParaRPr lang="zh-CN" altLang="en-US" sz="1100"/>
        </a:p>
      </cdr:txBody>
    </cdr: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A7F22-93F1-53E0-D9F4-02FE7CA02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AFE2E-A4B1-7BD5-4F4D-C82442D6AE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A4F1A-0CC9-4042-1574-5D598BE1C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6F26D-B0C4-791D-AEB0-718876A67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CC91B-C4D0-BC20-5333-003C2A14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289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118E8-CCB5-1B01-54A3-2C962D41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799A2-48C1-AB66-1BC6-AA5A7A6F9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3AB9D-2FA6-35EA-4C48-35C63AFD5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86D89E-284E-6C9B-784A-ABF2EA956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BC219-39CF-BEB3-F1EB-04E551192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5401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0246-BA89-67D0-FA6E-FB89F829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853C02-965C-AD1D-7F46-29DC41942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B6FD2-C5C7-492F-0CF6-E5CFBBF58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EE99B-814F-EECA-2BBA-5F3B5BD3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665D-D5AA-043D-9E3C-D92AEAEEC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529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3DB31-DA47-5088-7539-5656032B7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E6B3A-680C-6310-48AF-4915614008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546C33-7C02-16BC-0F5A-D3FC1FC3D3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703835-6EE2-5A82-A99D-CAE45FE22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5164BB-3391-C7D6-0E13-7931FBBF2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D5856-D938-7865-7171-865E4E78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639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1D151-D0D2-1310-E89F-33B86A257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23689-E74E-EDB1-CEE3-F30867CFD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8FF20-36C9-D5FF-B3B5-288A47016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F5738F-AAC1-F25D-1E55-DB9B781D3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3B0C0A-B5A4-039F-CE46-B9C817E894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44A770-462F-F198-BC46-8E9BB3015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E746C4-0BF7-621E-D9BA-2E99C8E75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ABD62B-6E1D-CA48-5E55-D5332A012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746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01EF6-6AB0-D385-FF2E-5BD91964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E4121D-EB13-30EA-F5B2-39E5B24F0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06C04-38C6-252D-9936-61461C8D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321118-6137-CE27-E974-6CC18AB80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057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AD4414-3061-0F25-D2D1-E9DA23F5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6C8C5D-DB01-3AEB-3FE3-E53665A64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C95D-73D2-A4AA-94AE-1954F7AF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0456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BD5EF-57AB-8AFC-17A4-80EB44EC5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6268A6-E316-B435-75DD-69EADADFA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0E7BF-9566-5AFC-B8D4-440EF89AEA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9AE42-37A4-9443-1224-A25D78491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CB3E6-71E9-3E2C-011B-36584C367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EFC7A5-4E4E-F9FE-7611-BF555A92A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406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2E51-99ED-532E-7398-CDABC656B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3853ED-7B0E-B5E9-DA40-D72C69491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E4A74-50C1-2263-2755-04971C4DEB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ED0BB-424C-FE3B-6A76-811E71D16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6347-16EB-C223-3FAC-B2A49FA50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62807-6911-C97D-44AA-87471E10A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4126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A2D27-0B17-1F8E-5E6E-2C4C54145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8A6B9-5D62-85C2-240D-208A838AB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0AC7B-7E96-E427-DFCC-90A21098C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99B7A-68E8-60D5-67B5-9094E9F7F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00D04-C34B-F571-548D-AA8AF9AF5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824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601248-0F86-B7F6-E57D-41FAC92A31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3571A-4797-20DD-9EBE-83D7464F5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6A076C-7B6C-E184-7259-E2C9A9E8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DB757-398D-3816-B117-CA072AE28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4DB67-C34E-F803-B615-10D800D61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686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DEC82-0056-EAEA-7E9A-53C84CD2A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0F86A-464B-6144-39CD-48A179CAF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E2FA9-BE8F-7059-2642-F6B2305B1E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9C76D2-92F4-4519-9E2A-093F6669C36E}" type="datetimeFigureOut">
              <a:rPr lang="en-GB" smtClean="0"/>
              <a:t>15/07/2026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3B2A2-5EED-67E0-2483-9B4C6A0BE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E988B-89C5-FEF0-0DC5-603AC0046A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3099B-29D4-4F8D-A2D0-4B231015D6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3699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ABFC7-48A5-3914-8961-E691697377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CCA4FE-2080-992F-C86B-3E3218ED90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10FAA0-6028-D03D-284F-688E41992B64}"/>
              </a:ext>
            </a:extLst>
          </p:cNvPr>
          <p:cNvSpPr txBox="1"/>
          <p:nvPr/>
        </p:nvSpPr>
        <p:spPr>
          <a:xfrm>
            <a:off x="989834" y="5551092"/>
            <a:ext cx="106531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Fig Selected Real Catchment in US (left) and Machine Learning </a:t>
            </a:r>
            <a:r>
              <a:rPr lang="en-GB"/>
              <a:t>Prediction Against </a:t>
            </a:r>
            <a:r>
              <a:rPr lang="en-GB" dirty="0"/>
              <a:t>Observation Data (Zhang, J., Chen. X. et al 2021)</a:t>
            </a:r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ABB2C28-7250-483C-87BB-54F546045C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6436956"/>
              </p:ext>
            </p:extLst>
          </p:nvPr>
        </p:nvGraphicFramePr>
        <p:xfrm>
          <a:off x="6316427" y="1525712"/>
          <a:ext cx="5375021" cy="38066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0F214B67-50E6-0113-23C8-1151C414B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52" y="1385769"/>
            <a:ext cx="5960364" cy="390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33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Xiaohui Chen</dc:creator>
  <cp:lastModifiedBy>Xiaohui Chen</cp:lastModifiedBy>
  <cp:revision>1</cp:revision>
  <dcterms:created xsi:type="dcterms:W3CDTF">2026-07-15T14:28:46Z</dcterms:created>
  <dcterms:modified xsi:type="dcterms:W3CDTF">2026-07-15T14:38:50Z</dcterms:modified>
</cp:coreProperties>
</file>